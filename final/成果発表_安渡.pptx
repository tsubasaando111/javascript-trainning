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6" r:id="rId1"/>
    <p:sldMasterId id="2147483648" r:id="rId2"/>
    <p:sldMasterId id="2147483661" r:id="rId3"/>
    <p:sldMasterId id="2147483905" r:id="rId4"/>
  </p:sldMasterIdLst>
  <p:notesMasterIdLst>
    <p:notesMasterId r:id="rId21"/>
  </p:notesMasterIdLst>
  <p:sldIdLst>
    <p:sldId id="257" r:id="rId5"/>
    <p:sldId id="2142532892" r:id="rId6"/>
    <p:sldId id="547" r:id="rId7"/>
    <p:sldId id="2142532893" r:id="rId8"/>
    <p:sldId id="2142532894" r:id="rId9"/>
    <p:sldId id="2142532895" r:id="rId10"/>
    <p:sldId id="2142532896" r:id="rId11"/>
    <p:sldId id="2142532897" r:id="rId12"/>
    <p:sldId id="2142532899" r:id="rId13"/>
    <p:sldId id="2142532898" r:id="rId14"/>
    <p:sldId id="2142532904" r:id="rId15"/>
    <p:sldId id="2142532905" r:id="rId16"/>
    <p:sldId id="2142532900" r:id="rId17"/>
    <p:sldId id="2142532901" r:id="rId18"/>
    <p:sldId id="2142532902" r:id="rId19"/>
    <p:sldId id="2142532903" r:id="rId2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CC99FF"/>
    <a:srgbClr val="66CCFF"/>
    <a:srgbClr val="0000FF"/>
    <a:srgbClr val="E7F7FD"/>
    <a:srgbClr val="7373FF"/>
    <a:srgbClr val="FFFF99"/>
    <a:srgbClr val="E7ECED"/>
    <a:srgbClr val="696969"/>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76" autoAdjust="0"/>
    <p:restoredTop sz="89506" autoAdjust="0"/>
  </p:normalViewPr>
  <p:slideViewPr>
    <p:cSldViewPr snapToGrid="0">
      <p:cViewPr varScale="1">
        <p:scale>
          <a:sx n="136" d="100"/>
          <a:sy n="136" d="100"/>
        </p:scale>
        <p:origin x="1352" y="3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A7F3AA-E643-44FC-9B9B-CE2B4D0B0D4B}" type="datetimeFigureOut">
              <a:rPr kumimoji="1" lang="ja-JP" altLang="en-US" smtClean="0"/>
              <a:t>2026/3/26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186D2C-8AEB-40B8-9CD0-992CF2489068}" type="slidenum">
              <a:rPr kumimoji="1" lang="ja-JP" altLang="en-US" smtClean="0"/>
              <a:t>‹#›</a:t>
            </a:fld>
            <a:endParaRPr kumimoji="1" lang="ja-JP" altLang="en-US"/>
          </a:p>
        </p:txBody>
      </p:sp>
    </p:spTree>
    <p:extLst>
      <p:ext uri="{BB962C8B-B14F-4D97-AF65-F5344CB8AC3E}">
        <p14:creationId xmlns:p14="http://schemas.microsoft.com/office/powerpoint/2010/main" val="393978199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0186D2C-8AEB-40B8-9CD0-992CF2489068}" type="slidenum">
              <a:rPr kumimoji="1" lang="ja-JP" altLang="en-US" smtClean="0"/>
              <a:t>1</a:t>
            </a:fld>
            <a:endParaRPr kumimoji="1" lang="ja-JP" altLang="en-US"/>
          </a:p>
        </p:txBody>
      </p:sp>
    </p:spTree>
    <p:extLst>
      <p:ext uri="{BB962C8B-B14F-4D97-AF65-F5344CB8AC3E}">
        <p14:creationId xmlns:p14="http://schemas.microsoft.com/office/powerpoint/2010/main" val="8423355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928C3-DA5C-4938-B90C-A292513ADD9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4A79F2E-6AD2-3269-250F-302A5C4903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0DAAEA4-7D88-C8E3-48C5-2A79289BE86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5F5052B-CA32-6612-BA19-3F0751B3A97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3A4ABD-66A3-4F5F-9DE3-0182447B70E3}"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131841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C061C-EF84-DC5A-8B24-99A7D534B17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747781-FD6F-E6CC-2055-A95610300D8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A5D7992-202B-A112-2D76-FE361B8296F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96C3B98-C391-5D37-55A8-F862FB1C14A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3A4ABD-66A3-4F5F-9DE3-0182447B70E3}"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646407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Text Placeholder 6"/>
          <p:cNvSpPr>
            <a:spLocks noGrp="1"/>
          </p:cNvSpPr>
          <p:nvPr>
            <p:ph type="body" sz="quarter" idx="10" hasCustomPrompt="1"/>
          </p:nvPr>
        </p:nvSpPr>
        <p:spPr>
          <a:xfrm>
            <a:off x="1483787" y="163002"/>
            <a:ext cx="8189382" cy="677332"/>
          </a:xfrm>
          <a:prstGeom prst="rect">
            <a:avLst/>
          </a:prstGeom>
        </p:spPr>
        <p:txBody>
          <a:bodyPr tIns="0" anchor="ctr"/>
          <a:lstStyle>
            <a:lvl1pPr marL="0" indent="0">
              <a:buNone/>
              <a:defRPr sz="3200" b="1" i="0" baseline="0">
                <a:solidFill>
                  <a:srgbClr val="000000"/>
                </a:solidFill>
                <a:latin typeface="Meiryo UI" panose="020B0604030504040204" pitchFamily="50" charset="-128"/>
                <a:ea typeface="Meiryo UI" panose="020B0604030504040204" pitchFamily="50" charset="-128"/>
              </a:defRPr>
            </a:lvl1pPr>
            <a:lvl2pPr marL="0" indent="0">
              <a:buNone/>
              <a:defRPr sz="3467" b="1" i="0" baseline="0">
                <a:latin typeface="Arial" pitchFamily="34" charset="0"/>
              </a:defRPr>
            </a:lvl2pPr>
            <a:lvl3pPr marL="0" indent="0">
              <a:buNone/>
              <a:defRPr sz="3467" b="1" i="0" baseline="0">
                <a:latin typeface="Arial" pitchFamily="34" charset="0"/>
              </a:defRPr>
            </a:lvl3pPr>
            <a:lvl4pPr marL="0" indent="0">
              <a:buNone/>
              <a:defRPr sz="3467" b="1" i="0" baseline="0">
                <a:latin typeface="Arial" pitchFamily="34" charset="0"/>
              </a:defRPr>
            </a:lvl4pPr>
            <a:lvl5pPr marL="0" indent="0">
              <a:buNone/>
              <a:defRPr sz="3467" b="1" i="0" baseline="0">
                <a:latin typeface="Arial" pitchFamily="34" charset="0"/>
              </a:defRPr>
            </a:lvl5pPr>
          </a:lstStyle>
          <a:p>
            <a:pPr lvl="0"/>
            <a:r>
              <a:rPr lang="ja-JP" altLang="en-US"/>
              <a:t>内容ページタイトル</a:t>
            </a:r>
            <a:endParaRPr lang="en-GB"/>
          </a:p>
        </p:txBody>
      </p:sp>
      <p:sp>
        <p:nvSpPr>
          <p:cNvPr id="4" name="コンテンツ プレースホルダー 3"/>
          <p:cNvSpPr>
            <a:spLocks noGrp="1"/>
          </p:cNvSpPr>
          <p:nvPr>
            <p:ph sz="quarter" idx="19" hasCustomPrompt="1"/>
          </p:nvPr>
        </p:nvSpPr>
        <p:spPr>
          <a:xfrm>
            <a:off x="3792738" y="6525344"/>
            <a:ext cx="4705477" cy="199456"/>
          </a:xfrm>
          <a:prstGeom prst="rect">
            <a:avLst/>
          </a:prstGeom>
        </p:spPr>
        <p:txBody>
          <a:bodyPr anchor="ctr" anchorCtr="1"/>
          <a:lstStyle>
            <a:lvl1pPr marL="0" indent="0">
              <a:buNone/>
              <a:defRPr sz="800">
                <a:solidFill>
                  <a:srgbClr val="000000"/>
                </a:solidFill>
              </a:defRPr>
            </a:lvl1pPr>
          </a:lstStyle>
          <a:p>
            <a:pPr algn="ctr"/>
            <a:r>
              <a:rPr lang="en-GB" altLang="ja-JP" sz="600" kern="1200">
                <a:solidFill>
                  <a:srgbClr val="717171"/>
                </a:solidFill>
                <a:latin typeface="+mn-lt"/>
                <a:ea typeface="+mn-ea"/>
                <a:cs typeface="+mn-cs"/>
              </a:rPr>
              <a:t>Version: [###] Classification: Internal  Owner: [Insert name] </a:t>
            </a:r>
          </a:p>
        </p:txBody>
      </p:sp>
    </p:spTree>
    <p:extLst>
      <p:ext uri="{BB962C8B-B14F-4D97-AF65-F5344CB8AC3E}">
        <p14:creationId xmlns:p14="http://schemas.microsoft.com/office/powerpoint/2010/main" val="27091790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ain_Titel_withPic">
    <p:spTree>
      <p:nvGrpSpPr>
        <p:cNvPr id="1" name=""/>
        <p:cNvGrpSpPr/>
        <p:nvPr/>
      </p:nvGrpSpPr>
      <p:grpSpPr>
        <a:xfrm>
          <a:off x="0" y="0"/>
          <a:ext cx="0" cy="0"/>
          <a:chOff x="0" y="0"/>
          <a:chExt cx="0" cy="0"/>
        </a:xfrm>
      </p:grpSpPr>
      <p:sp>
        <p:nvSpPr>
          <p:cNvPr id="18" name="図プレースホルダー 12"/>
          <p:cNvSpPr>
            <a:spLocks noGrp="1"/>
          </p:cNvSpPr>
          <p:nvPr>
            <p:ph type="pic" sz="quarter" idx="13"/>
          </p:nvPr>
        </p:nvSpPr>
        <p:spPr>
          <a:xfrm>
            <a:off x="7846937" y="2564277"/>
            <a:ext cx="3749040" cy="3744448"/>
          </a:xfrm>
          <a:prstGeom prst="roundRect">
            <a:avLst>
              <a:gd name="adj" fmla="val 3978"/>
            </a:avLst>
          </a:prstGeom>
        </p:spPr>
        <p:txBody>
          <a:bodyPr rtlCol="0">
            <a:normAutofit/>
          </a:bodyPr>
          <a:lstStyle>
            <a:lvl1pPr marL="0" indent="0">
              <a:buNone/>
              <a:defRPr sz="2800" baseline="0">
                <a:solidFill>
                  <a:srgbClr val="000000"/>
                </a:solidFill>
                <a:latin typeface="Arial"/>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2800" b="0" i="0" u="none" strike="noStrike" kern="0" cap="none" spc="0" normalizeH="0" baseline="0" noProof="0">
                <a:ln>
                  <a:noFill/>
                </a:ln>
                <a:solidFill>
                  <a:srgbClr val="000000"/>
                </a:solidFill>
                <a:effectLst/>
                <a:uLnTx/>
                <a:uFillTx/>
                <a:latin typeface="Arial"/>
              </a:rPr>
              <a:t>Click icon to add picture</a:t>
            </a:r>
            <a:endParaRPr kumimoji="0" lang="ja-JP" altLang="en-US" sz="2800" b="0" i="0" u="none" strike="noStrike" kern="0" cap="none" spc="0" normalizeH="0" baseline="0" noProof="0">
              <a:ln>
                <a:noFill/>
              </a:ln>
              <a:solidFill>
                <a:srgbClr val="000000"/>
              </a:solidFill>
              <a:effectLst/>
              <a:uLnTx/>
              <a:uFillTx/>
              <a:latin typeface="Arial"/>
            </a:endParaRPr>
          </a:p>
        </p:txBody>
      </p:sp>
      <p:sp>
        <p:nvSpPr>
          <p:cNvPr id="8" name="Text Placeholder 13"/>
          <p:cNvSpPr>
            <a:spLocks noGrp="1"/>
          </p:cNvSpPr>
          <p:nvPr>
            <p:ph type="body" sz="quarter" idx="15" hasCustomPrompt="1"/>
          </p:nvPr>
        </p:nvSpPr>
        <p:spPr>
          <a:xfrm>
            <a:off x="464459" y="3871731"/>
            <a:ext cx="3393166" cy="723900"/>
          </a:xfrm>
          <a:prstGeom prst="rect">
            <a:avLst/>
          </a:prstGeom>
        </p:spPr>
        <p:txBody>
          <a:bodyPr/>
          <a:lstStyle>
            <a:lvl1pPr marL="0" indent="0" defTabSz="432000">
              <a:buNone/>
              <a:tabLst/>
              <a:defRPr sz="1800" baseline="0">
                <a:solidFill>
                  <a:srgbClr val="CF142B"/>
                </a:solidFill>
                <a:latin typeface="Arial" pitchFamily="34" charset="0"/>
              </a:defRPr>
            </a:lvl1pPr>
            <a:lvl2pPr marL="0" indent="0" defTabSz="432000">
              <a:buNone/>
              <a:tabLst/>
              <a:defRPr sz="1800" baseline="0">
                <a:latin typeface="Arial" pitchFamily="34" charset="0"/>
              </a:defRPr>
            </a:lvl2pPr>
            <a:lvl3pPr marL="0" indent="0" defTabSz="432000">
              <a:buNone/>
              <a:tabLst/>
              <a:defRPr sz="1800" baseline="0">
                <a:latin typeface="Arial" pitchFamily="34" charset="0"/>
              </a:defRPr>
            </a:lvl3pPr>
            <a:lvl4pPr marL="0" indent="0" defTabSz="432000">
              <a:buNone/>
              <a:tabLst/>
              <a:defRPr sz="1800" baseline="0">
                <a:latin typeface="Arial" pitchFamily="34" charset="0"/>
              </a:defRPr>
            </a:lvl4pPr>
            <a:lvl5pPr marL="0" indent="0" defTabSz="432000">
              <a:buNone/>
              <a:tabLst/>
              <a:defRPr sz="1800" baseline="0">
                <a:latin typeface="Arial" pitchFamily="34" charset="0"/>
              </a:defRPr>
            </a:lvl5pPr>
          </a:lstStyle>
          <a:p>
            <a:pPr marL="0" marR="0" lvl="0" indent="0" defTabSz="4320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CF142B"/>
                </a:solidFill>
                <a:effectLst/>
                <a:uLnTx/>
                <a:uFillTx/>
                <a:latin typeface="Arial" pitchFamily="34" charset="0"/>
              </a:rPr>
              <a:t>Option sub title. Arial~18pt</a:t>
            </a:r>
            <a:endParaRPr kumimoji="0" lang="en-GB" sz="1800" b="0" i="0" u="none" strike="noStrike" kern="0" cap="none" spc="0" normalizeH="0" baseline="0" noProof="0">
              <a:ln>
                <a:noFill/>
              </a:ln>
              <a:solidFill>
                <a:srgbClr val="CF142B"/>
              </a:solidFill>
              <a:effectLst/>
              <a:uLnTx/>
              <a:uFillTx/>
              <a:latin typeface="Arial" pitchFamily="34" charset="0"/>
            </a:endParaRPr>
          </a:p>
        </p:txBody>
      </p:sp>
      <p:sp>
        <p:nvSpPr>
          <p:cNvPr id="10" name="Text Placeholder 6"/>
          <p:cNvSpPr>
            <a:spLocks noGrp="1"/>
          </p:cNvSpPr>
          <p:nvPr>
            <p:ph type="body" sz="quarter" idx="17" hasCustomPrompt="1"/>
          </p:nvPr>
        </p:nvSpPr>
        <p:spPr>
          <a:xfrm>
            <a:off x="476998" y="5988685"/>
            <a:ext cx="3381117" cy="320040"/>
          </a:xfrm>
          <a:prstGeom prst="rect">
            <a:avLst/>
          </a:prstGeom>
        </p:spPr>
        <p:txBody>
          <a:bodyPr/>
          <a:lstStyle>
            <a:lvl1pPr>
              <a:buFontTx/>
              <a:buNone/>
              <a:defRPr sz="1600" baseline="0">
                <a:solidFill>
                  <a:srgbClr val="000000"/>
                </a:solidFill>
                <a:latin typeface="Arial" pitchFamily="34" charset="0"/>
              </a:defRPr>
            </a:lvl1pPr>
            <a:lvl2pPr>
              <a:defRPr sz="1600" baseline="0">
                <a:latin typeface="Arial" pitchFamily="34" charset="0"/>
              </a:defRPr>
            </a:lvl2pPr>
            <a:lvl3pPr>
              <a:defRPr sz="1600" baseline="0">
                <a:latin typeface="Arial" pitchFamily="34" charset="0"/>
              </a:defRPr>
            </a:lvl3pPr>
            <a:lvl4pPr>
              <a:defRPr sz="1600" baseline="0">
                <a:latin typeface="Arial" pitchFamily="34" charset="0"/>
              </a:defRPr>
            </a:lvl4pPr>
            <a:lvl5pPr>
              <a:defRPr sz="1600" baseline="0">
                <a:latin typeface="Arial" pitchFamily="34" charset="0"/>
              </a:defRPr>
            </a:lvl5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pitchFamily="34" charset="0"/>
              </a:rPr>
              <a:t>Division, Company Arial~16pt</a:t>
            </a:r>
            <a:endParaRPr kumimoji="0" lang="en-GB" sz="1600" b="0" i="0" u="none" strike="noStrike" kern="0" cap="none" spc="0" normalizeH="0" baseline="0" noProof="0">
              <a:ln>
                <a:noFill/>
              </a:ln>
              <a:solidFill>
                <a:srgbClr val="000000"/>
              </a:solidFill>
              <a:effectLst/>
              <a:uLnTx/>
              <a:uFillTx/>
              <a:latin typeface="Arial" pitchFamily="34" charset="0"/>
            </a:endParaRPr>
          </a:p>
        </p:txBody>
      </p:sp>
      <p:sp>
        <p:nvSpPr>
          <p:cNvPr id="7" name="Titel 1"/>
          <p:cNvSpPr>
            <a:spLocks noGrp="1"/>
          </p:cNvSpPr>
          <p:nvPr>
            <p:ph type="title" hasCustomPrompt="1"/>
          </p:nvPr>
        </p:nvSpPr>
        <p:spPr>
          <a:xfrm>
            <a:off x="480765" y="444292"/>
            <a:ext cx="3022947" cy="3011427"/>
          </a:xfrm>
          <a:prstGeom prst="rect">
            <a:avLst/>
          </a:prstGeom>
        </p:spPr>
        <p:txBody>
          <a:bodyPr/>
          <a:lstStyle>
            <a:lvl1pPr algn="l">
              <a:defRPr sz="3200">
                <a:solidFill>
                  <a:schemeClr val="bg1"/>
                </a:solidFill>
              </a:defRPr>
            </a:lvl1pPr>
          </a:lstStyle>
          <a:p>
            <a:pPr lvl="0"/>
            <a:r>
              <a:rPr lang="en-US"/>
              <a:t>Presentation</a:t>
            </a:r>
            <a:br>
              <a:rPr lang="en-US"/>
            </a:br>
            <a:r>
              <a:rPr lang="en-US"/>
              <a:t>title. Arial ~32pt.</a:t>
            </a:r>
          </a:p>
        </p:txBody>
      </p:sp>
      <p:sp>
        <p:nvSpPr>
          <p:cNvPr id="12" name="Text Placeholder 6"/>
          <p:cNvSpPr>
            <a:spLocks noGrp="1"/>
          </p:cNvSpPr>
          <p:nvPr>
            <p:ph type="body" sz="quarter" idx="16"/>
          </p:nvPr>
        </p:nvSpPr>
        <p:spPr>
          <a:xfrm>
            <a:off x="478972" y="5382986"/>
            <a:ext cx="3378653" cy="320040"/>
          </a:xfrm>
          <a:prstGeom prst="rect">
            <a:avLst/>
          </a:prstGeom>
        </p:spPr>
        <p:txBody>
          <a:bodyPr/>
          <a:lstStyle>
            <a:lvl1pPr>
              <a:buFontTx/>
              <a:buNone/>
              <a:defRPr sz="1600" baseline="0">
                <a:solidFill>
                  <a:srgbClr val="000000"/>
                </a:solidFill>
                <a:latin typeface="Arial" pitchFamily="34" charset="0"/>
              </a:defRPr>
            </a:lvl1pPr>
            <a:lvl2pPr>
              <a:defRPr sz="1600" baseline="0">
                <a:latin typeface="Arial" pitchFamily="34" charset="0"/>
              </a:defRPr>
            </a:lvl2pPr>
            <a:lvl3pPr>
              <a:defRPr sz="1600" baseline="0">
                <a:latin typeface="Arial" pitchFamily="34" charset="0"/>
              </a:defRPr>
            </a:lvl3pPr>
            <a:lvl4pPr>
              <a:defRPr sz="1600" baseline="0">
                <a:latin typeface="Arial" pitchFamily="34" charset="0"/>
              </a:defRPr>
            </a:lvl4pPr>
            <a:lvl5pPr>
              <a:defRPr sz="1600" baseline="0">
                <a:latin typeface="Arial" pitchFamily="34" charset="0"/>
              </a:defRPr>
            </a:lvl5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pitchFamily="34" charset="0"/>
              </a:rPr>
              <a:t>Edit Master text styles</a:t>
            </a:r>
          </a:p>
        </p:txBody>
      </p:sp>
    </p:spTree>
    <p:extLst>
      <p:ext uri="{BB962C8B-B14F-4D97-AF65-F5344CB8AC3E}">
        <p14:creationId xmlns:p14="http://schemas.microsoft.com/office/powerpoint/2010/main" val="786511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19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3" name="Text Placeholder 6"/>
          <p:cNvSpPr>
            <a:spLocks noGrp="1"/>
          </p:cNvSpPr>
          <p:nvPr>
            <p:ph type="body" sz="quarter" idx="10" hasCustomPrompt="1"/>
          </p:nvPr>
        </p:nvSpPr>
        <p:spPr>
          <a:xfrm>
            <a:off x="1483787" y="163002"/>
            <a:ext cx="8189382" cy="677332"/>
          </a:xfrm>
          <a:prstGeom prst="rect">
            <a:avLst/>
          </a:prstGeom>
        </p:spPr>
        <p:txBody>
          <a:bodyPr tIns="0" anchor="ctr"/>
          <a:lstStyle>
            <a:lvl1pPr marL="0" indent="0">
              <a:buNone/>
              <a:defRPr sz="3200" b="1" i="0" baseline="0">
                <a:solidFill>
                  <a:srgbClr val="000000"/>
                </a:solidFill>
                <a:latin typeface="Meiryo UI" panose="020B0604030504040204" pitchFamily="50" charset="-128"/>
                <a:ea typeface="Meiryo UI" panose="020B0604030504040204" pitchFamily="50" charset="-128"/>
              </a:defRPr>
            </a:lvl1pPr>
            <a:lvl2pPr marL="0" indent="0">
              <a:buNone/>
              <a:defRPr sz="3467" b="1" i="0" baseline="0">
                <a:latin typeface="Arial" pitchFamily="34" charset="0"/>
              </a:defRPr>
            </a:lvl2pPr>
            <a:lvl3pPr marL="0" indent="0">
              <a:buNone/>
              <a:defRPr sz="3467" b="1" i="0" baseline="0">
                <a:latin typeface="Arial" pitchFamily="34" charset="0"/>
              </a:defRPr>
            </a:lvl3pPr>
            <a:lvl4pPr marL="0" indent="0">
              <a:buNone/>
              <a:defRPr sz="3467" b="1" i="0" baseline="0">
                <a:latin typeface="Arial" pitchFamily="34" charset="0"/>
              </a:defRPr>
            </a:lvl4pPr>
            <a:lvl5pPr marL="0" indent="0">
              <a:buNone/>
              <a:defRPr sz="3467" b="1" i="0" baseline="0">
                <a:latin typeface="Arial" pitchFamily="34" charset="0"/>
              </a:defRPr>
            </a:lvl5pPr>
          </a:lstStyle>
          <a:p>
            <a:pPr lvl="0"/>
            <a:r>
              <a:rPr lang="ja-JP" altLang="en-US"/>
              <a:t>内容ページタイトル</a:t>
            </a:r>
            <a:endParaRPr lang="en-GB"/>
          </a:p>
        </p:txBody>
      </p:sp>
      <p:sp>
        <p:nvSpPr>
          <p:cNvPr id="4" name="コンテンツ プレースホルダー 3"/>
          <p:cNvSpPr>
            <a:spLocks noGrp="1"/>
          </p:cNvSpPr>
          <p:nvPr>
            <p:ph sz="quarter" idx="19" hasCustomPrompt="1"/>
          </p:nvPr>
        </p:nvSpPr>
        <p:spPr>
          <a:xfrm>
            <a:off x="3792738" y="6525344"/>
            <a:ext cx="4705477" cy="199456"/>
          </a:xfrm>
          <a:prstGeom prst="rect">
            <a:avLst/>
          </a:prstGeom>
        </p:spPr>
        <p:txBody>
          <a:bodyPr anchor="ctr" anchorCtr="1"/>
          <a:lstStyle>
            <a:lvl1pPr marL="0" indent="0">
              <a:buNone/>
              <a:defRPr sz="800">
                <a:solidFill>
                  <a:srgbClr val="000000"/>
                </a:solidFill>
              </a:defRPr>
            </a:lvl1pPr>
          </a:lstStyle>
          <a:p>
            <a:pPr algn="ctr"/>
            <a:r>
              <a:rPr lang="en-GB" altLang="ja-JP" sz="600" kern="1200">
                <a:solidFill>
                  <a:srgbClr val="717171"/>
                </a:solidFill>
                <a:latin typeface="+mn-lt"/>
                <a:ea typeface="+mn-ea"/>
                <a:cs typeface="+mn-cs"/>
              </a:rPr>
              <a:t>Version: [###] Classification: Internal  Owner: [Insert name] </a:t>
            </a:r>
          </a:p>
        </p:txBody>
      </p:sp>
    </p:spTree>
    <p:extLst>
      <p:ext uri="{BB962C8B-B14F-4D97-AF65-F5344CB8AC3E}">
        <p14:creationId xmlns:p14="http://schemas.microsoft.com/office/powerpoint/2010/main" val="1634249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Divider_Text">
    <p:spTree>
      <p:nvGrpSpPr>
        <p:cNvPr id="1" name=""/>
        <p:cNvGrpSpPr/>
        <p:nvPr/>
      </p:nvGrpSpPr>
      <p:grpSpPr>
        <a:xfrm>
          <a:off x="0" y="0"/>
          <a:ext cx="0" cy="0"/>
          <a:chOff x="0" y="0"/>
          <a:chExt cx="0" cy="0"/>
        </a:xfrm>
      </p:grpSpPr>
      <p:sp>
        <p:nvSpPr>
          <p:cNvPr id="5" name="Plaque 10"/>
          <p:cNvSpPr/>
          <p:nvPr/>
        </p:nvSpPr>
        <p:spPr>
          <a:xfrm flipH="1">
            <a:off x="9783763" y="4468813"/>
            <a:ext cx="1874837" cy="1873250"/>
          </a:xfrm>
          <a:custGeom>
            <a:avLst/>
            <a:gdLst/>
            <a:ahLst/>
            <a:cxnLst/>
            <a:rect l="l" t="t" r="r" b="b"/>
            <a:pathLst>
              <a:path w="5164139" h="5167312">
                <a:moveTo>
                  <a:pt x="160633" y="0"/>
                </a:moveTo>
                <a:lnTo>
                  <a:pt x="4471692" y="0"/>
                </a:lnTo>
                <a:cubicBezTo>
                  <a:pt x="4560407" y="0"/>
                  <a:pt x="4632325" y="71918"/>
                  <a:pt x="4632325" y="160633"/>
                </a:cubicBezTo>
                <a:lnTo>
                  <a:pt x="4632325" y="4389438"/>
                </a:lnTo>
                <a:lnTo>
                  <a:pt x="4637047" y="4389438"/>
                </a:lnTo>
                <a:cubicBezTo>
                  <a:pt x="4637047" y="4430668"/>
                  <a:pt x="4670471" y="4464092"/>
                  <a:pt x="4711701" y="4464092"/>
                </a:cubicBezTo>
                <a:lnTo>
                  <a:pt x="4711701" y="4464579"/>
                </a:lnTo>
                <a:lnTo>
                  <a:pt x="5091727" y="4464579"/>
                </a:lnTo>
                <a:cubicBezTo>
                  <a:pt x="5131719" y="4464579"/>
                  <a:pt x="5164139" y="4496999"/>
                  <a:pt x="5164139" y="4536991"/>
                </a:cubicBezTo>
                <a:lnTo>
                  <a:pt x="5164139" y="5094900"/>
                </a:lnTo>
                <a:cubicBezTo>
                  <a:pt x="5164139" y="5134892"/>
                  <a:pt x="5131719" y="5167312"/>
                  <a:pt x="5091727" y="5167312"/>
                </a:cubicBezTo>
                <a:lnTo>
                  <a:pt x="4546518" y="5167312"/>
                </a:lnTo>
                <a:cubicBezTo>
                  <a:pt x="4506526" y="5167312"/>
                  <a:pt x="4474106" y="5134892"/>
                  <a:pt x="4474106" y="5094900"/>
                </a:cubicBezTo>
                <a:lnTo>
                  <a:pt x="4474106" y="4694237"/>
                </a:lnTo>
                <a:lnTo>
                  <a:pt x="4472030" y="4694237"/>
                </a:lnTo>
                <a:cubicBezTo>
                  <a:pt x="4472030" y="4663315"/>
                  <a:pt x="4453229" y="4636783"/>
                  <a:pt x="4426435" y="4625450"/>
                </a:cubicBezTo>
                <a:lnTo>
                  <a:pt x="4405445" y="4621212"/>
                </a:lnTo>
                <a:lnTo>
                  <a:pt x="160633" y="4621212"/>
                </a:lnTo>
                <a:cubicBezTo>
                  <a:pt x="71918" y="4621212"/>
                  <a:pt x="0" y="4549294"/>
                  <a:pt x="0" y="4460579"/>
                </a:cubicBezTo>
                <a:lnTo>
                  <a:pt x="0" y="160633"/>
                </a:lnTo>
                <a:cubicBezTo>
                  <a:pt x="0" y="71918"/>
                  <a:pt x="71918" y="0"/>
                  <a:pt x="160633" y="0"/>
                </a:cubicBezTo>
                <a:close/>
              </a:path>
            </a:pathLst>
          </a:custGeom>
          <a:solidFill>
            <a:schemeClr val="accent1"/>
          </a:solidFill>
          <a:ln w="12700">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 name="Titel 1"/>
          <p:cNvSpPr>
            <a:spLocks noGrp="1"/>
          </p:cNvSpPr>
          <p:nvPr>
            <p:ph type="title"/>
          </p:nvPr>
        </p:nvSpPr>
        <p:spPr>
          <a:xfrm>
            <a:off x="651958" y="3269046"/>
            <a:ext cx="8516383" cy="629715"/>
          </a:xfrm>
          <a:prstGeom prst="rect">
            <a:avLst/>
          </a:prstGeom>
        </p:spPr>
        <p:txBody>
          <a:bodyPr/>
          <a:lstStyle>
            <a:lvl1pPr algn="l">
              <a:defRPr sz="3200">
                <a:solidFill>
                  <a:srgbClr val="000000"/>
                </a:solidFill>
                <a:latin typeface="Arial" pitchFamily="34" charset="0"/>
                <a:cs typeface="Arial" pitchFamily="34" charset="0"/>
              </a:defRPr>
            </a:lvl1pPr>
          </a:lstStyle>
          <a:p>
            <a:pPr lvl="0"/>
            <a:r>
              <a:rPr lang="en-US"/>
              <a:t>Click to edit Master title style</a:t>
            </a:r>
            <a:endParaRPr lang="en-GB"/>
          </a:p>
        </p:txBody>
      </p:sp>
      <p:sp>
        <p:nvSpPr>
          <p:cNvPr id="4" name="Text Placeholder 13"/>
          <p:cNvSpPr>
            <a:spLocks noGrp="1"/>
          </p:cNvSpPr>
          <p:nvPr>
            <p:ph type="body" sz="quarter" idx="15"/>
          </p:nvPr>
        </p:nvSpPr>
        <p:spPr>
          <a:xfrm>
            <a:off x="651958" y="4106863"/>
            <a:ext cx="4519084" cy="723900"/>
          </a:xfrm>
          <a:prstGeom prst="rect">
            <a:avLst/>
          </a:prstGeom>
        </p:spPr>
        <p:txBody>
          <a:bodyPr/>
          <a:lstStyle>
            <a:lvl1pPr marL="0" indent="0" defTabSz="432000">
              <a:buNone/>
              <a:tabLst/>
              <a:defRPr sz="1800" baseline="0">
                <a:solidFill>
                  <a:schemeClr val="accent1"/>
                </a:solidFill>
                <a:latin typeface="Arial" pitchFamily="34" charset="0"/>
              </a:defRPr>
            </a:lvl1pPr>
            <a:lvl2pPr marL="0" indent="0" defTabSz="432000">
              <a:buNone/>
              <a:tabLst/>
              <a:defRPr sz="1800" baseline="0">
                <a:latin typeface="Arial" pitchFamily="34" charset="0"/>
              </a:defRPr>
            </a:lvl2pPr>
            <a:lvl3pPr marL="0" indent="0" defTabSz="432000">
              <a:buNone/>
              <a:tabLst/>
              <a:defRPr sz="1800" baseline="0">
                <a:latin typeface="Arial" pitchFamily="34" charset="0"/>
              </a:defRPr>
            </a:lvl3pPr>
            <a:lvl4pPr marL="0" indent="0" defTabSz="432000">
              <a:buNone/>
              <a:tabLst/>
              <a:defRPr sz="1800" baseline="0">
                <a:latin typeface="Arial" pitchFamily="34" charset="0"/>
              </a:defRPr>
            </a:lvl4pPr>
            <a:lvl5pPr marL="0" indent="0" defTabSz="432000">
              <a:buNone/>
              <a:tabLst/>
              <a:defRPr sz="1800" baseline="0">
                <a:latin typeface="Arial" pitchFamily="34" charset="0"/>
              </a:defRPr>
            </a:lvl5pPr>
          </a:lstStyle>
          <a:p>
            <a:pPr lvl="0"/>
            <a:r>
              <a:rPr lang="en-US"/>
              <a:t>Edit Master text styles</a:t>
            </a:r>
          </a:p>
        </p:txBody>
      </p:sp>
    </p:spTree>
    <p:extLst>
      <p:ext uri="{BB962C8B-B14F-4D97-AF65-F5344CB8AC3E}">
        <p14:creationId xmlns:p14="http://schemas.microsoft.com/office/powerpoint/2010/main" val="25248844"/>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p:cNvSpPr>
            <a:spLocks noGrp="1"/>
          </p:cNvSpPr>
          <p:nvPr>
            <p:ph type="body" sz="quarter" idx="20"/>
          </p:nvPr>
        </p:nvSpPr>
        <p:spPr>
          <a:xfrm>
            <a:off x="497417" y="992823"/>
            <a:ext cx="11262783" cy="495300"/>
          </a:xfrm>
          <a:prstGeom prst="rect">
            <a:avLst/>
          </a:prstGeom>
        </p:spPr>
        <p:txBody>
          <a:bodyPr/>
          <a:lstStyle>
            <a:lvl1pPr marL="0" indent="0">
              <a:buNone/>
              <a:defRPr sz="2400" b="1" baseline="0">
                <a:solidFill>
                  <a:schemeClr val="tx1"/>
                </a:solidFill>
                <a:latin typeface="Arial" pitchFamily="34" charset="0"/>
                <a:cs typeface="Arial" pitchFamily="34" charset="0"/>
              </a:defRPr>
            </a:lvl1pPr>
            <a:lvl2pPr marL="0" indent="0">
              <a:buNone/>
              <a:defRPr sz="2400" b="1">
                <a:solidFill>
                  <a:schemeClr val="tx1"/>
                </a:solidFill>
                <a:latin typeface="Arial" pitchFamily="34" charset="0"/>
                <a:cs typeface="Arial" pitchFamily="34" charset="0"/>
              </a:defRPr>
            </a:lvl2pPr>
            <a:lvl3pPr marL="0" indent="0">
              <a:buNone/>
              <a:defRPr sz="2400" b="1">
                <a:solidFill>
                  <a:schemeClr val="tx1"/>
                </a:solidFill>
                <a:latin typeface="Arial" pitchFamily="34" charset="0"/>
                <a:cs typeface="Arial" pitchFamily="34" charset="0"/>
              </a:defRPr>
            </a:lvl3pPr>
            <a:lvl4pPr marL="0" indent="0">
              <a:buNone/>
              <a:defRPr sz="2400" b="1">
                <a:solidFill>
                  <a:schemeClr val="tx1"/>
                </a:solidFill>
                <a:latin typeface="Arial" pitchFamily="34" charset="0"/>
                <a:cs typeface="Arial" pitchFamily="34" charset="0"/>
              </a:defRPr>
            </a:lvl4pPr>
            <a:lvl5pPr marL="0" indent="0">
              <a:buNone/>
              <a:defRPr sz="2400" b="1">
                <a:solidFill>
                  <a:schemeClr val="tx1"/>
                </a:solidFill>
                <a:latin typeface="Arial" pitchFamily="34" charset="0"/>
                <a:cs typeface="Arial" pitchFamily="34" charset="0"/>
              </a:defRPr>
            </a:lvl5pPr>
          </a:lstStyle>
          <a:p>
            <a:pPr lvl="0"/>
            <a:r>
              <a:rPr lang="en-US"/>
              <a:t>Edit Master text styles</a:t>
            </a:r>
          </a:p>
        </p:txBody>
      </p:sp>
    </p:spTree>
    <p:extLst>
      <p:ext uri="{BB962C8B-B14F-4D97-AF65-F5344CB8AC3E}">
        <p14:creationId xmlns:p14="http://schemas.microsoft.com/office/powerpoint/2010/main" val="1749371893"/>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a:t>Click to edit Master title style</a:t>
            </a:r>
          </a:p>
        </p:txBody>
      </p:sp>
      <p:sp>
        <p:nvSpPr>
          <p:cNvPr id="3" name="Content Placeholder 2"/>
          <p:cNvSpPr>
            <a:spLocks noGrp="1"/>
          </p:cNvSpPr>
          <p:nvPr>
            <p:ph idx="1"/>
          </p:nvPr>
        </p:nvSpPr>
        <p:spPr>
          <a:xfrm>
            <a:off x="497418" y="976184"/>
            <a:ext cx="11247967" cy="5149980"/>
          </a:xfrm>
        </p:spPr>
        <p:txBody>
          <a:bodyPr/>
          <a:lstStyle>
            <a:lvl1pPr>
              <a:defRPr sz="2800"/>
            </a:lvl1pPr>
            <a:lvl2pPr>
              <a:defRPr sz="2400"/>
            </a:lvl2pPr>
            <a:lvl3pPr>
              <a:defRPr sz="20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88641391"/>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Highlight_Text_Caption">
    <p:spTree>
      <p:nvGrpSpPr>
        <p:cNvPr id="1" name=""/>
        <p:cNvGrpSpPr/>
        <p:nvPr/>
      </p:nvGrpSpPr>
      <p:grpSpPr>
        <a:xfrm>
          <a:off x="0" y="0"/>
          <a:ext cx="0" cy="0"/>
          <a:chOff x="0" y="0"/>
          <a:chExt cx="0" cy="0"/>
        </a:xfrm>
      </p:grpSpPr>
      <p:sp>
        <p:nvSpPr>
          <p:cNvPr id="6" name="Rounded Rectangle 5"/>
          <p:cNvSpPr/>
          <p:nvPr/>
        </p:nvSpPr>
        <p:spPr>
          <a:xfrm>
            <a:off x="490538" y="1477963"/>
            <a:ext cx="6234112" cy="2232025"/>
          </a:xfrm>
          <a:prstGeom prst="roundRect">
            <a:avLst>
              <a:gd name="adj" fmla="val 7449"/>
            </a:avLst>
          </a:prstGeom>
          <a:solidFill>
            <a:srgbClr val="CF142B"/>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GB"/>
          </a:p>
        </p:txBody>
      </p:sp>
      <p:sp>
        <p:nvSpPr>
          <p:cNvPr id="8" name="Text Placeholder 9"/>
          <p:cNvSpPr>
            <a:spLocks noGrp="1"/>
          </p:cNvSpPr>
          <p:nvPr>
            <p:ph type="body" sz="quarter" idx="14"/>
          </p:nvPr>
        </p:nvSpPr>
        <p:spPr>
          <a:xfrm>
            <a:off x="660595" y="1592580"/>
            <a:ext cx="5926978" cy="2004060"/>
          </a:xfrm>
          <a:prstGeom prst="rect">
            <a:avLst/>
          </a:prstGeom>
        </p:spPr>
        <p:txBody>
          <a:bodyPr/>
          <a:lstStyle>
            <a:lvl1pPr marL="0" indent="0">
              <a:buNone/>
              <a:defRPr sz="2800" baseline="0">
                <a:solidFill>
                  <a:schemeClr val="bg1"/>
                </a:solidFill>
                <a:latin typeface="Arial" pitchFamily="34" charset="0"/>
              </a:defRPr>
            </a:lvl1pPr>
            <a:lvl2pPr marL="0" indent="0">
              <a:buNone/>
              <a:defRPr sz="2800" baseline="0">
                <a:latin typeface="Arial" pitchFamily="34" charset="0"/>
              </a:defRPr>
            </a:lvl2pPr>
            <a:lvl3pPr marL="0" indent="0">
              <a:buNone/>
              <a:defRPr sz="2800" baseline="0">
                <a:latin typeface="Arial" pitchFamily="34" charset="0"/>
              </a:defRPr>
            </a:lvl3pPr>
            <a:lvl4pPr marL="0" indent="0">
              <a:buNone/>
              <a:defRPr sz="2800" baseline="0">
                <a:latin typeface="Arial" pitchFamily="34" charset="0"/>
              </a:defRPr>
            </a:lvl4pPr>
            <a:lvl5pPr marL="0" indent="0">
              <a:buNone/>
              <a:defRPr sz="2800" baseline="0">
                <a:latin typeface="Arial" pitchFamily="34" charset="0"/>
              </a:defRPr>
            </a:lvl5pPr>
          </a:lstStyle>
          <a:p>
            <a:pPr lvl="0"/>
            <a:r>
              <a:rPr lang="en-US"/>
              <a:t>Edit Master text styles</a:t>
            </a:r>
          </a:p>
        </p:txBody>
      </p:sp>
      <p:sp>
        <p:nvSpPr>
          <p:cNvPr id="9" name="Text Placeholder 7"/>
          <p:cNvSpPr>
            <a:spLocks noGrp="1"/>
          </p:cNvSpPr>
          <p:nvPr>
            <p:ph type="body" sz="quarter" idx="18"/>
          </p:nvPr>
        </p:nvSpPr>
        <p:spPr>
          <a:xfrm>
            <a:off x="490079" y="3854450"/>
            <a:ext cx="6246136" cy="412750"/>
          </a:xfrm>
          <a:prstGeom prst="rect">
            <a:avLst/>
          </a:prstGeom>
        </p:spPr>
        <p:txBody>
          <a:bodyPr/>
          <a:lstStyle>
            <a:lvl1pPr>
              <a:buNone/>
              <a:defRPr sz="1600" b="1" i="0" baseline="0">
                <a:solidFill>
                  <a:schemeClr val="tx1"/>
                </a:solidFill>
                <a:latin typeface="Arial"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p:txBody>
      </p:sp>
      <p:sp>
        <p:nvSpPr>
          <p:cNvPr id="10" name="Text Placeholder 11"/>
          <p:cNvSpPr>
            <a:spLocks noGrp="1"/>
          </p:cNvSpPr>
          <p:nvPr>
            <p:ph type="body" sz="quarter" idx="19"/>
          </p:nvPr>
        </p:nvSpPr>
        <p:spPr>
          <a:xfrm>
            <a:off x="489816" y="4359276"/>
            <a:ext cx="6246337" cy="479425"/>
          </a:xfrm>
          <a:prstGeom prst="rect">
            <a:avLst/>
          </a:prstGeom>
        </p:spPr>
        <p:txBody>
          <a:bodyPr/>
          <a:lstStyle>
            <a:lvl1pPr>
              <a:buNone/>
              <a:defRPr sz="1600" baseline="0">
                <a:solidFill>
                  <a:schemeClr val="tx1"/>
                </a:solidFill>
                <a:latin typeface="Arial"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p:txBody>
      </p:sp>
      <p:sp>
        <p:nvSpPr>
          <p:cNvPr id="2" name="Title 1"/>
          <p:cNvSpPr>
            <a:spLocks noGrp="1"/>
          </p:cNvSpPr>
          <p:nvPr>
            <p:ph type="title"/>
          </p:nvPr>
        </p:nvSpPr>
        <p:spPr/>
        <p:txBody>
          <a:bodyPr/>
          <a:lstStyle>
            <a:lvl1pPr>
              <a:defRPr/>
            </a:lvl1pPr>
          </a:lstStyle>
          <a:p>
            <a:r>
              <a:rPr lang="en-US"/>
              <a:t>Click to edit Master title style</a:t>
            </a:r>
            <a:endParaRPr lang="en-GB"/>
          </a:p>
        </p:txBody>
      </p:sp>
    </p:spTree>
    <p:extLst>
      <p:ext uri="{BB962C8B-B14F-4D97-AF65-F5344CB8AC3E}">
        <p14:creationId xmlns:p14="http://schemas.microsoft.com/office/powerpoint/2010/main" val="3968889212"/>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sp>
        <p:nvSpPr>
          <p:cNvPr id="11" name="図プレースホルダー 12"/>
          <p:cNvSpPr>
            <a:spLocks noGrp="1"/>
          </p:cNvSpPr>
          <p:nvPr>
            <p:ph type="pic" sz="quarter" idx="13"/>
          </p:nvPr>
        </p:nvSpPr>
        <p:spPr>
          <a:xfrm>
            <a:off x="497418" y="1484314"/>
            <a:ext cx="8888487" cy="3217227"/>
          </a:xfrm>
          <a:prstGeom prst="roundRect">
            <a:avLst>
              <a:gd name="adj" fmla="val 3978"/>
            </a:avLst>
          </a:prstGeom>
          <a:noFill/>
        </p:spPr>
        <p:txBody>
          <a:bodyPr rtlCol="0">
            <a:normAutofit/>
          </a:bodyPr>
          <a:lstStyle>
            <a:lvl1pPr marL="0" indent="0">
              <a:buNone/>
              <a:defRPr sz="2800" baseline="0">
                <a:solidFill>
                  <a:srgbClr val="000000"/>
                </a:solidFill>
                <a:latin typeface="Arial"/>
              </a:defRPr>
            </a:lvl1pPr>
          </a:lstStyle>
          <a:p>
            <a:pPr lvl="0"/>
            <a:r>
              <a:rPr lang="en-GB" altLang="ja-JP" noProof="0"/>
              <a:t>Click icon to add picture</a:t>
            </a:r>
            <a:endParaRPr lang="ja-JP" altLang="en-US" noProof="0"/>
          </a:p>
        </p:txBody>
      </p:sp>
      <p:sp>
        <p:nvSpPr>
          <p:cNvPr id="2" name="Title 1"/>
          <p:cNvSpPr>
            <a:spLocks noGrp="1"/>
          </p:cNvSpPr>
          <p:nvPr>
            <p:ph type="title"/>
          </p:nvPr>
        </p:nvSpPr>
        <p:spPr/>
        <p:txBody>
          <a:bodyPr/>
          <a:lstStyle>
            <a:lvl1pPr>
              <a:defRPr/>
            </a:lvl1pPr>
          </a:lstStyle>
          <a:p>
            <a:r>
              <a:rPr lang="en-US"/>
              <a:t>Click to edit Master title style</a:t>
            </a:r>
            <a:endParaRPr lang="en-GB"/>
          </a:p>
        </p:txBody>
      </p:sp>
    </p:spTree>
    <p:extLst>
      <p:ext uri="{BB962C8B-B14F-4D97-AF65-F5344CB8AC3E}">
        <p14:creationId xmlns:p14="http://schemas.microsoft.com/office/powerpoint/2010/main" val="909306407"/>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_withCaption">
    <p:spTree>
      <p:nvGrpSpPr>
        <p:cNvPr id="1" name=""/>
        <p:cNvGrpSpPr/>
        <p:nvPr/>
      </p:nvGrpSpPr>
      <p:grpSpPr>
        <a:xfrm>
          <a:off x="0" y="0"/>
          <a:ext cx="0" cy="0"/>
          <a:chOff x="0" y="0"/>
          <a:chExt cx="0" cy="0"/>
        </a:xfrm>
      </p:grpSpPr>
      <p:sp>
        <p:nvSpPr>
          <p:cNvPr id="7" name="図プレースホルダー 12"/>
          <p:cNvSpPr>
            <a:spLocks noGrp="1"/>
          </p:cNvSpPr>
          <p:nvPr>
            <p:ph type="pic" sz="quarter" idx="13"/>
          </p:nvPr>
        </p:nvSpPr>
        <p:spPr>
          <a:xfrm>
            <a:off x="492983" y="1484314"/>
            <a:ext cx="8878504" cy="3217227"/>
          </a:xfrm>
          <a:prstGeom prst="roundRect">
            <a:avLst>
              <a:gd name="adj" fmla="val 3978"/>
            </a:avLst>
          </a:prstGeom>
        </p:spPr>
        <p:txBody>
          <a:bodyPr rtlCol="0">
            <a:normAutofit/>
          </a:bodyPr>
          <a:lstStyle>
            <a:lvl1pPr marL="0" indent="0">
              <a:buNone/>
              <a:defRPr sz="2800" baseline="0">
                <a:solidFill>
                  <a:srgbClr val="000000"/>
                </a:solidFill>
                <a:latin typeface="Arial"/>
              </a:defRPr>
            </a:lvl1pPr>
          </a:lstStyle>
          <a:p>
            <a:pPr lvl="0"/>
            <a:r>
              <a:rPr lang="en-GB" altLang="ja-JP" noProof="0"/>
              <a:t>Click icon to add picture</a:t>
            </a:r>
            <a:endParaRPr lang="ja-JP" altLang="en-US" noProof="0"/>
          </a:p>
        </p:txBody>
      </p:sp>
      <p:sp>
        <p:nvSpPr>
          <p:cNvPr id="8" name="Text Placeholder 7"/>
          <p:cNvSpPr>
            <a:spLocks noGrp="1"/>
          </p:cNvSpPr>
          <p:nvPr>
            <p:ph type="body" sz="quarter" idx="18"/>
          </p:nvPr>
        </p:nvSpPr>
        <p:spPr>
          <a:xfrm>
            <a:off x="492983" y="4815840"/>
            <a:ext cx="8882389" cy="412750"/>
          </a:xfrm>
          <a:prstGeom prst="rect">
            <a:avLst/>
          </a:prstGeom>
        </p:spPr>
        <p:txBody>
          <a:bodyPr/>
          <a:lstStyle>
            <a:lvl1pPr>
              <a:buNone/>
              <a:defRPr sz="1600" b="1" i="0" baseline="0">
                <a:solidFill>
                  <a:schemeClr val="tx1"/>
                </a:solidFill>
                <a:latin typeface="Arial"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p:txBody>
      </p:sp>
      <p:sp>
        <p:nvSpPr>
          <p:cNvPr id="9" name="Text Placeholder 11"/>
          <p:cNvSpPr>
            <a:spLocks noGrp="1"/>
          </p:cNvSpPr>
          <p:nvPr>
            <p:ph type="body" sz="quarter" idx="19"/>
          </p:nvPr>
        </p:nvSpPr>
        <p:spPr>
          <a:xfrm>
            <a:off x="492983" y="5320666"/>
            <a:ext cx="8892463" cy="479425"/>
          </a:xfrm>
          <a:prstGeom prst="rect">
            <a:avLst/>
          </a:prstGeom>
        </p:spPr>
        <p:txBody>
          <a:bodyPr/>
          <a:lstStyle>
            <a:lvl1pPr>
              <a:buNone/>
              <a:defRPr sz="1600" baseline="0">
                <a:solidFill>
                  <a:schemeClr val="tx1"/>
                </a:solidFill>
                <a:latin typeface="Arial"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p:txBody>
      </p:sp>
      <p:sp>
        <p:nvSpPr>
          <p:cNvPr id="2" name="Title 1"/>
          <p:cNvSpPr>
            <a:spLocks noGrp="1"/>
          </p:cNvSpPr>
          <p:nvPr>
            <p:ph type="title"/>
          </p:nvPr>
        </p:nvSpPr>
        <p:spPr/>
        <p:txBody>
          <a:bodyPr/>
          <a:lstStyle>
            <a:lvl1pPr>
              <a:defRPr/>
            </a:lvl1pPr>
          </a:lstStyle>
          <a:p>
            <a:r>
              <a:rPr lang="en-US"/>
              <a:t>Click to edit Master title style</a:t>
            </a:r>
            <a:endParaRPr lang="en-GB"/>
          </a:p>
        </p:txBody>
      </p:sp>
    </p:spTree>
    <p:extLst>
      <p:ext uri="{BB962C8B-B14F-4D97-AF65-F5344CB8AC3E}">
        <p14:creationId xmlns:p14="http://schemas.microsoft.com/office/powerpoint/2010/main" val="2699018537"/>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s_withCaptions">
    <p:spTree>
      <p:nvGrpSpPr>
        <p:cNvPr id="1" name=""/>
        <p:cNvGrpSpPr/>
        <p:nvPr/>
      </p:nvGrpSpPr>
      <p:grpSpPr>
        <a:xfrm>
          <a:off x="0" y="0"/>
          <a:ext cx="0" cy="0"/>
          <a:chOff x="0" y="0"/>
          <a:chExt cx="0" cy="0"/>
        </a:xfrm>
      </p:grpSpPr>
      <p:sp>
        <p:nvSpPr>
          <p:cNvPr id="10" name="図プレースホルダー 12"/>
          <p:cNvSpPr>
            <a:spLocks noGrp="1"/>
          </p:cNvSpPr>
          <p:nvPr>
            <p:ph type="pic" sz="quarter" idx="13"/>
          </p:nvPr>
        </p:nvSpPr>
        <p:spPr>
          <a:xfrm>
            <a:off x="497417" y="1484314"/>
            <a:ext cx="5307773" cy="2370137"/>
          </a:xfrm>
          <a:prstGeom prst="roundRect">
            <a:avLst>
              <a:gd name="adj" fmla="val 3978"/>
            </a:avLst>
          </a:prstGeom>
        </p:spPr>
        <p:txBody>
          <a:bodyPr rtlCol="0">
            <a:normAutofit/>
          </a:bodyPr>
          <a:lstStyle>
            <a:lvl1pPr marL="0" indent="0">
              <a:buNone/>
              <a:defRPr sz="2800" baseline="0">
                <a:solidFill>
                  <a:srgbClr val="000000"/>
                </a:solidFill>
                <a:latin typeface="Arial"/>
              </a:defRPr>
            </a:lvl1pPr>
          </a:lstStyle>
          <a:p>
            <a:pPr lvl="0"/>
            <a:r>
              <a:rPr lang="en-GB" altLang="ja-JP" noProof="0"/>
              <a:t>Click icon to add picture</a:t>
            </a:r>
            <a:endParaRPr lang="ja-JP" altLang="en-US" noProof="0"/>
          </a:p>
        </p:txBody>
      </p:sp>
      <p:sp>
        <p:nvSpPr>
          <p:cNvPr id="11" name="図プレースホルダー 12"/>
          <p:cNvSpPr>
            <a:spLocks noGrp="1"/>
          </p:cNvSpPr>
          <p:nvPr>
            <p:ph type="pic" sz="quarter" idx="16"/>
          </p:nvPr>
        </p:nvSpPr>
        <p:spPr>
          <a:xfrm>
            <a:off x="6398805" y="1484314"/>
            <a:ext cx="5361395" cy="2370137"/>
          </a:xfrm>
          <a:prstGeom prst="roundRect">
            <a:avLst>
              <a:gd name="adj" fmla="val 3978"/>
            </a:avLst>
          </a:prstGeom>
        </p:spPr>
        <p:txBody>
          <a:bodyPr rtlCol="0">
            <a:normAutofit/>
          </a:bodyPr>
          <a:lstStyle>
            <a:lvl1pPr marL="0" indent="0">
              <a:buNone/>
              <a:defRPr sz="2800" baseline="0">
                <a:solidFill>
                  <a:srgbClr val="000000"/>
                </a:solidFill>
                <a:latin typeface="Arial"/>
              </a:defRPr>
            </a:lvl1pPr>
          </a:lstStyle>
          <a:p>
            <a:pPr lvl="0"/>
            <a:r>
              <a:rPr lang="en-GB" altLang="ja-JP" noProof="0"/>
              <a:t>Click icon to add picture</a:t>
            </a:r>
            <a:endParaRPr lang="ja-JP" altLang="en-US" noProof="0"/>
          </a:p>
        </p:txBody>
      </p:sp>
      <p:sp>
        <p:nvSpPr>
          <p:cNvPr id="13" name="図プレースホルダー 12"/>
          <p:cNvSpPr>
            <a:spLocks noGrp="1"/>
          </p:cNvSpPr>
          <p:nvPr>
            <p:ph type="pic" sz="quarter" idx="18"/>
          </p:nvPr>
        </p:nvSpPr>
        <p:spPr>
          <a:xfrm>
            <a:off x="3497581" y="3644802"/>
            <a:ext cx="5382260" cy="2376487"/>
          </a:xfrm>
          <a:prstGeom prst="roundRect">
            <a:avLst>
              <a:gd name="adj" fmla="val 3978"/>
            </a:avLst>
          </a:prstGeom>
        </p:spPr>
        <p:txBody>
          <a:bodyPr rtlCol="0">
            <a:normAutofit/>
          </a:bodyPr>
          <a:lstStyle>
            <a:lvl1pPr marL="0" indent="0">
              <a:buNone/>
              <a:defRPr sz="2800" baseline="0">
                <a:solidFill>
                  <a:srgbClr val="000000"/>
                </a:solidFill>
                <a:latin typeface="Arial"/>
              </a:defRPr>
            </a:lvl1pPr>
          </a:lstStyle>
          <a:p>
            <a:pPr lvl="0"/>
            <a:r>
              <a:rPr lang="en-GB" altLang="ja-JP" noProof="0"/>
              <a:t>Click icon to add picture</a:t>
            </a:r>
            <a:endParaRPr lang="ja-JP" altLang="en-US" noProof="0"/>
          </a:p>
        </p:txBody>
      </p:sp>
      <p:sp>
        <p:nvSpPr>
          <p:cNvPr id="14" name="Text Placeholder 16"/>
          <p:cNvSpPr>
            <a:spLocks noGrp="1"/>
          </p:cNvSpPr>
          <p:nvPr>
            <p:ph type="body" sz="quarter" idx="19"/>
          </p:nvPr>
        </p:nvSpPr>
        <p:spPr>
          <a:xfrm>
            <a:off x="651711" y="3983991"/>
            <a:ext cx="2557780" cy="984250"/>
          </a:xfrm>
          <a:prstGeom prst="rect">
            <a:avLst/>
          </a:prstGeom>
        </p:spPr>
        <p:txBody>
          <a:bodyPr/>
          <a:lstStyle>
            <a:lvl1pPr marL="0" indent="0">
              <a:buNone/>
              <a:defRPr sz="1600" b="1" i="0" baseline="0">
                <a:solidFill>
                  <a:srgbClr val="000000"/>
                </a:solidFill>
                <a:latin typeface="Arial" pitchFamily="34" charset="0"/>
              </a:defRPr>
            </a:lvl1pPr>
            <a:lvl2pPr marL="0" indent="0">
              <a:buNone/>
              <a:defRPr sz="1600" b="1" i="0" baseline="0">
                <a:solidFill>
                  <a:srgbClr val="000000"/>
                </a:solidFill>
                <a:latin typeface="Arial" pitchFamily="34" charset="0"/>
              </a:defRPr>
            </a:lvl2pPr>
            <a:lvl3pPr marL="0" indent="0">
              <a:buNone/>
              <a:defRPr sz="1600" b="1" i="0" baseline="0">
                <a:solidFill>
                  <a:srgbClr val="000000"/>
                </a:solidFill>
                <a:latin typeface="Arial" pitchFamily="34" charset="0"/>
              </a:defRPr>
            </a:lvl3pPr>
            <a:lvl4pPr marL="0" indent="0">
              <a:buNone/>
              <a:defRPr sz="1600" b="1" i="0" baseline="0">
                <a:solidFill>
                  <a:srgbClr val="000000"/>
                </a:solidFill>
                <a:latin typeface="Arial" pitchFamily="34" charset="0"/>
              </a:defRPr>
            </a:lvl4pPr>
            <a:lvl5pPr marL="0" indent="0">
              <a:buNone/>
              <a:defRPr sz="1600" b="1" i="0" baseline="0">
                <a:solidFill>
                  <a:srgbClr val="000000"/>
                </a:solidFill>
                <a:latin typeface="Arial" pitchFamily="34" charset="0"/>
              </a:defRPr>
            </a:lvl5pPr>
          </a:lstStyle>
          <a:p>
            <a:pPr lvl="0"/>
            <a:r>
              <a:rPr lang="en-US"/>
              <a:t>Edit Master text styles</a:t>
            </a:r>
          </a:p>
        </p:txBody>
      </p:sp>
      <p:sp>
        <p:nvSpPr>
          <p:cNvPr id="15" name="Text Placeholder 16"/>
          <p:cNvSpPr>
            <a:spLocks noGrp="1"/>
          </p:cNvSpPr>
          <p:nvPr>
            <p:ph type="body" sz="quarter" idx="20"/>
          </p:nvPr>
        </p:nvSpPr>
        <p:spPr>
          <a:xfrm>
            <a:off x="9107172" y="3983991"/>
            <a:ext cx="2511213" cy="984250"/>
          </a:xfrm>
          <a:prstGeom prst="rect">
            <a:avLst/>
          </a:prstGeom>
        </p:spPr>
        <p:txBody>
          <a:bodyPr/>
          <a:lstStyle>
            <a:lvl1pPr marL="0" indent="0">
              <a:buNone/>
              <a:defRPr sz="1600" b="1" i="0" baseline="0">
                <a:solidFill>
                  <a:srgbClr val="000000"/>
                </a:solidFill>
                <a:latin typeface="Arial" pitchFamily="34" charset="0"/>
              </a:defRPr>
            </a:lvl1pPr>
            <a:lvl2pPr marL="0" indent="0">
              <a:buNone/>
              <a:defRPr sz="1600" b="1" i="0" baseline="0">
                <a:solidFill>
                  <a:srgbClr val="000000"/>
                </a:solidFill>
                <a:latin typeface="Arial" pitchFamily="34" charset="0"/>
              </a:defRPr>
            </a:lvl2pPr>
            <a:lvl3pPr marL="0" indent="0">
              <a:buNone/>
              <a:defRPr sz="1600" b="1" i="0" baseline="0">
                <a:solidFill>
                  <a:srgbClr val="000000"/>
                </a:solidFill>
                <a:latin typeface="Arial" pitchFamily="34" charset="0"/>
              </a:defRPr>
            </a:lvl3pPr>
            <a:lvl4pPr marL="0" indent="0">
              <a:buNone/>
              <a:defRPr sz="1600" b="1" i="0" baseline="0">
                <a:solidFill>
                  <a:srgbClr val="000000"/>
                </a:solidFill>
                <a:latin typeface="Arial" pitchFamily="34" charset="0"/>
              </a:defRPr>
            </a:lvl4pPr>
            <a:lvl5pPr marL="0" indent="0">
              <a:buNone/>
              <a:defRPr sz="1600" b="1" i="0" baseline="0">
                <a:solidFill>
                  <a:srgbClr val="000000"/>
                </a:solidFill>
                <a:latin typeface="Arial" pitchFamily="34" charset="0"/>
              </a:defRPr>
            </a:lvl5pPr>
          </a:lstStyle>
          <a:p>
            <a:pPr lvl="0"/>
            <a:r>
              <a:rPr lang="en-US"/>
              <a:t>Edit Master text styles</a:t>
            </a:r>
          </a:p>
        </p:txBody>
      </p:sp>
      <p:sp>
        <p:nvSpPr>
          <p:cNvPr id="16" name="Text Placeholder 16"/>
          <p:cNvSpPr>
            <a:spLocks noGrp="1"/>
          </p:cNvSpPr>
          <p:nvPr>
            <p:ph type="body" sz="quarter" idx="21"/>
          </p:nvPr>
        </p:nvSpPr>
        <p:spPr>
          <a:xfrm>
            <a:off x="2810510" y="6002215"/>
            <a:ext cx="6570980" cy="296986"/>
          </a:xfrm>
          <a:prstGeom prst="rect">
            <a:avLst/>
          </a:prstGeom>
        </p:spPr>
        <p:txBody>
          <a:bodyPr/>
          <a:lstStyle>
            <a:lvl1pPr marL="0" indent="0" algn="ctr">
              <a:buNone/>
              <a:defRPr sz="1600" b="1" i="0" baseline="0">
                <a:solidFill>
                  <a:srgbClr val="000000"/>
                </a:solidFill>
                <a:latin typeface="Arial" pitchFamily="34" charset="0"/>
              </a:defRPr>
            </a:lvl1pPr>
            <a:lvl2pPr marL="0" indent="0">
              <a:buNone/>
              <a:defRPr sz="1600" b="1" i="0" baseline="0">
                <a:solidFill>
                  <a:srgbClr val="000000"/>
                </a:solidFill>
                <a:latin typeface="Arial" pitchFamily="34" charset="0"/>
              </a:defRPr>
            </a:lvl2pPr>
            <a:lvl3pPr marL="0" indent="0">
              <a:buNone/>
              <a:defRPr sz="1600" b="1" i="0" baseline="0">
                <a:solidFill>
                  <a:srgbClr val="000000"/>
                </a:solidFill>
                <a:latin typeface="Arial" pitchFamily="34" charset="0"/>
              </a:defRPr>
            </a:lvl3pPr>
            <a:lvl4pPr marL="0" indent="0">
              <a:buNone/>
              <a:defRPr sz="1600" b="1" i="0" baseline="0">
                <a:solidFill>
                  <a:srgbClr val="000000"/>
                </a:solidFill>
                <a:latin typeface="Arial" pitchFamily="34" charset="0"/>
              </a:defRPr>
            </a:lvl4pPr>
            <a:lvl5pPr marL="0" indent="0">
              <a:buNone/>
              <a:defRPr sz="1600" b="1" i="0" baseline="0">
                <a:solidFill>
                  <a:srgbClr val="000000"/>
                </a:solidFill>
                <a:latin typeface="Arial" pitchFamily="34" charset="0"/>
              </a:defRPr>
            </a:lvl5pPr>
          </a:lstStyle>
          <a:p>
            <a:pPr lvl="0"/>
            <a:r>
              <a:rPr lang="en-US"/>
              <a:t>Edit Master text styles</a:t>
            </a:r>
          </a:p>
        </p:txBody>
      </p:sp>
      <p:sp>
        <p:nvSpPr>
          <p:cNvPr id="2" name="Title 1"/>
          <p:cNvSpPr>
            <a:spLocks noGrp="1"/>
          </p:cNvSpPr>
          <p:nvPr>
            <p:ph type="title"/>
          </p:nvPr>
        </p:nvSpPr>
        <p:spPr/>
        <p:txBody>
          <a:bodyPr/>
          <a:lstStyle>
            <a:lvl1pPr>
              <a:defRPr/>
            </a:lvl1pPr>
          </a:lstStyle>
          <a:p>
            <a:r>
              <a:rPr lang="en-US"/>
              <a:t>Click to edit Master title style</a:t>
            </a:r>
            <a:endParaRPr lang="en-GB"/>
          </a:p>
        </p:txBody>
      </p:sp>
    </p:spTree>
    <p:extLst>
      <p:ext uri="{BB962C8B-B14F-4D97-AF65-F5344CB8AC3E}">
        <p14:creationId xmlns:p14="http://schemas.microsoft.com/office/powerpoint/2010/main" val="4128150426"/>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_Bullets">
    <p:spTree>
      <p:nvGrpSpPr>
        <p:cNvPr id="1" name=""/>
        <p:cNvGrpSpPr/>
        <p:nvPr/>
      </p:nvGrpSpPr>
      <p:grpSpPr>
        <a:xfrm>
          <a:off x="0" y="0"/>
          <a:ext cx="0" cy="0"/>
          <a:chOff x="0" y="0"/>
          <a:chExt cx="0" cy="0"/>
        </a:xfrm>
      </p:grpSpPr>
      <p:sp>
        <p:nvSpPr>
          <p:cNvPr id="17" name="図プレースホルダー 12"/>
          <p:cNvSpPr>
            <a:spLocks noGrp="1"/>
          </p:cNvSpPr>
          <p:nvPr>
            <p:ph type="pic" sz="quarter" idx="13"/>
          </p:nvPr>
        </p:nvSpPr>
        <p:spPr>
          <a:xfrm>
            <a:off x="489445" y="1477963"/>
            <a:ext cx="5324356" cy="2399556"/>
          </a:xfrm>
          <a:prstGeom prst="roundRect">
            <a:avLst>
              <a:gd name="adj" fmla="val 3978"/>
            </a:avLst>
          </a:prstGeom>
        </p:spPr>
        <p:txBody>
          <a:bodyPr rtlCol="0">
            <a:normAutofit/>
          </a:bodyPr>
          <a:lstStyle>
            <a:lvl1pPr marL="0" indent="0">
              <a:buNone/>
              <a:defRPr sz="2800" baseline="0">
                <a:solidFill>
                  <a:srgbClr val="000000"/>
                </a:solidFill>
                <a:latin typeface="Arial"/>
              </a:defRPr>
            </a:lvl1pPr>
          </a:lstStyle>
          <a:p>
            <a:pPr lvl="0"/>
            <a:r>
              <a:rPr lang="en-GB" altLang="ja-JP" noProof="0"/>
              <a:t>Click icon to add picture</a:t>
            </a:r>
            <a:endParaRPr lang="ja-JP" altLang="en-US" noProof="0"/>
          </a:p>
        </p:txBody>
      </p:sp>
      <p:sp>
        <p:nvSpPr>
          <p:cNvPr id="8" name="Content Placeholder 9"/>
          <p:cNvSpPr>
            <a:spLocks noGrp="1"/>
          </p:cNvSpPr>
          <p:nvPr>
            <p:ph sz="quarter" idx="16"/>
          </p:nvPr>
        </p:nvSpPr>
        <p:spPr>
          <a:xfrm>
            <a:off x="6116866" y="1477963"/>
            <a:ext cx="5617633" cy="4830762"/>
          </a:xfrm>
          <a:prstGeom prst="rect">
            <a:avLst/>
          </a:prstGeom>
        </p:spPr>
        <p:txBody>
          <a:bodyPr/>
          <a:lstStyle>
            <a:lvl1pPr marL="342900" indent="-342900">
              <a:spcAft>
                <a:spcPts val="600"/>
              </a:spcAft>
              <a:buClr>
                <a:srgbClr val="CF142B"/>
              </a:buClr>
              <a:buFont typeface="Wingdings" pitchFamily="2" charset="2"/>
              <a:buChar char="§"/>
              <a:defRPr sz="2400"/>
            </a:lvl1pPr>
            <a:lvl2pPr marL="742950" indent="-285750">
              <a:spcAft>
                <a:spcPts val="600"/>
              </a:spcAft>
              <a:buClrTx/>
              <a:buFont typeface="Arial" pitchFamily="34" charset="0"/>
              <a:buChar char="–"/>
              <a:defRPr sz="2000"/>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lvl1pPr>
              <a:defRPr/>
            </a:lvl1pPr>
          </a:lstStyle>
          <a:p>
            <a:r>
              <a:rPr lang="en-US"/>
              <a:t>Click to edit Master title style</a:t>
            </a:r>
            <a:endParaRPr lang="en-GB"/>
          </a:p>
        </p:txBody>
      </p:sp>
    </p:spTree>
    <p:extLst>
      <p:ext uri="{BB962C8B-B14F-4D97-AF65-F5344CB8AC3E}">
        <p14:creationId xmlns:p14="http://schemas.microsoft.com/office/powerpoint/2010/main" val="3254626573"/>
      </p:ext>
    </p:extLst>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ictures_Text">
    <p:spTree>
      <p:nvGrpSpPr>
        <p:cNvPr id="1" name=""/>
        <p:cNvGrpSpPr/>
        <p:nvPr/>
      </p:nvGrpSpPr>
      <p:grpSpPr>
        <a:xfrm>
          <a:off x="0" y="0"/>
          <a:ext cx="0" cy="0"/>
          <a:chOff x="0" y="0"/>
          <a:chExt cx="0" cy="0"/>
        </a:xfrm>
      </p:grpSpPr>
      <p:sp>
        <p:nvSpPr>
          <p:cNvPr id="8" name="図プレースホルダー 12"/>
          <p:cNvSpPr>
            <a:spLocks noGrp="1"/>
          </p:cNvSpPr>
          <p:nvPr>
            <p:ph type="pic" sz="quarter" idx="13"/>
          </p:nvPr>
        </p:nvSpPr>
        <p:spPr>
          <a:xfrm>
            <a:off x="487681" y="1482634"/>
            <a:ext cx="4956628" cy="2204108"/>
          </a:xfrm>
          <a:prstGeom prst="roundRect">
            <a:avLst>
              <a:gd name="adj" fmla="val 3978"/>
            </a:avLst>
          </a:prstGeom>
        </p:spPr>
        <p:txBody>
          <a:bodyPr rtlCol="0">
            <a:normAutofit/>
          </a:bodyPr>
          <a:lstStyle>
            <a:lvl1pPr marL="0" indent="0">
              <a:buNone/>
              <a:defRPr sz="2800" baseline="0">
                <a:solidFill>
                  <a:srgbClr val="000000"/>
                </a:solidFill>
                <a:latin typeface="Arial"/>
              </a:defRPr>
            </a:lvl1pPr>
          </a:lstStyle>
          <a:p>
            <a:pPr lvl="0"/>
            <a:r>
              <a:rPr lang="en-GB" altLang="ja-JP" noProof="0"/>
              <a:t>Click icon to add picture</a:t>
            </a:r>
            <a:endParaRPr lang="ja-JP" altLang="en-US" noProof="0"/>
          </a:p>
        </p:txBody>
      </p:sp>
      <p:sp>
        <p:nvSpPr>
          <p:cNvPr id="9" name="Text Placeholder 9"/>
          <p:cNvSpPr>
            <a:spLocks noGrp="1"/>
          </p:cNvSpPr>
          <p:nvPr>
            <p:ph type="body" sz="quarter" idx="14"/>
          </p:nvPr>
        </p:nvSpPr>
        <p:spPr>
          <a:xfrm>
            <a:off x="6119285" y="1479369"/>
            <a:ext cx="5640916" cy="2173958"/>
          </a:xfrm>
          <a:prstGeom prst="rect">
            <a:avLst/>
          </a:prstGeom>
        </p:spPr>
        <p:txBody>
          <a:bodyPr>
            <a:normAutofit/>
          </a:bodyPr>
          <a:lstStyle>
            <a:lvl1pPr marL="0" indent="0">
              <a:buNone/>
              <a:defRPr sz="2400" baseline="0">
                <a:solidFill>
                  <a:srgbClr val="000000"/>
                </a:solidFill>
                <a:latin typeface="Arial" pitchFamily="34" charset="0"/>
              </a:defRPr>
            </a:lvl1pPr>
            <a:lvl2pPr marL="0" indent="0">
              <a:buNone/>
              <a:defRPr sz="2800" baseline="0">
                <a:latin typeface="Arial" pitchFamily="34" charset="0"/>
              </a:defRPr>
            </a:lvl2pPr>
            <a:lvl3pPr marL="0" indent="0">
              <a:buNone/>
              <a:defRPr sz="2800" baseline="0">
                <a:latin typeface="Arial" pitchFamily="34" charset="0"/>
              </a:defRPr>
            </a:lvl3pPr>
            <a:lvl4pPr marL="0" indent="0">
              <a:buNone/>
              <a:defRPr sz="2800" baseline="0">
                <a:latin typeface="Arial" pitchFamily="34" charset="0"/>
              </a:defRPr>
            </a:lvl4pPr>
            <a:lvl5pPr marL="0" indent="0">
              <a:buNone/>
              <a:defRPr sz="2800" baseline="0">
                <a:latin typeface="Arial" pitchFamily="34" charset="0"/>
              </a:defRPr>
            </a:lvl5pPr>
          </a:lstStyle>
          <a:p>
            <a:pPr lvl="0"/>
            <a:r>
              <a:rPr lang="en-US" noProof="0"/>
              <a:t>Edit Master text styles</a:t>
            </a:r>
          </a:p>
        </p:txBody>
      </p:sp>
      <p:sp>
        <p:nvSpPr>
          <p:cNvPr id="13" name="図プレースホルダー 12"/>
          <p:cNvSpPr>
            <a:spLocks noGrp="1"/>
          </p:cNvSpPr>
          <p:nvPr>
            <p:ph type="pic" sz="quarter" idx="15"/>
          </p:nvPr>
        </p:nvSpPr>
        <p:spPr>
          <a:xfrm>
            <a:off x="487681" y="3847330"/>
            <a:ext cx="4956628" cy="2204108"/>
          </a:xfrm>
          <a:prstGeom prst="roundRect">
            <a:avLst>
              <a:gd name="adj" fmla="val 3978"/>
            </a:avLst>
          </a:prstGeom>
        </p:spPr>
        <p:txBody>
          <a:bodyPr rtlCol="0">
            <a:normAutofit/>
          </a:bodyPr>
          <a:lstStyle>
            <a:lvl1pPr marL="0" indent="0">
              <a:buNone/>
              <a:defRPr sz="2800" baseline="0">
                <a:solidFill>
                  <a:srgbClr val="000000"/>
                </a:solidFill>
                <a:latin typeface="Arial"/>
              </a:defRPr>
            </a:lvl1pPr>
          </a:lstStyle>
          <a:p>
            <a:pPr lvl="0"/>
            <a:r>
              <a:rPr lang="en-GB" altLang="ja-JP" noProof="0"/>
              <a:t>Click icon to add picture</a:t>
            </a:r>
            <a:endParaRPr lang="ja-JP" altLang="en-US" noProof="0"/>
          </a:p>
        </p:txBody>
      </p:sp>
      <p:sp>
        <p:nvSpPr>
          <p:cNvPr id="14" name="Text Placeholder 9"/>
          <p:cNvSpPr>
            <a:spLocks noGrp="1"/>
          </p:cNvSpPr>
          <p:nvPr>
            <p:ph type="body" sz="quarter" idx="16"/>
          </p:nvPr>
        </p:nvSpPr>
        <p:spPr>
          <a:xfrm>
            <a:off x="6119285" y="3847330"/>
            <a:ext cx="5640916" cy="2173958"/>
          </a:xfrm>
          <a:prstGeom prst="rect">
            <a:avLst/>
          </a:prstGeom>
        </p:spPr>
        <p:txBody>
          <a:bodyPr>
            <a:normAutofit/>
          </a:bodyPr>
          <a:lstStyle>
            <a:lvl1pPr marL="0" indent="0">
              <a:buNone/>
              <a:defRPr sz="2400" baseline="0">
                <a:solidFill>
                  <a:srgbClr val="000000"/>
                </a:solidFill>
                <a:latin typeface="Arial" pitchFamily="34" charset="0"/>
              </a:defRPr>
            </a:lvl1pPr>
            <a:lvl2pPr marL="0" indent="0">
              <a:buNone/>
              <a:defRPr sz="2800" baseline="0">
                <a:latin typeface="Arial" pitchFamily="34" charset="0"/>
              </a:defRPr>
            </a:lvl2pPr>
            <a:lvl3pPr marL="0" indent="0">
              <a:buNone/>
              <a:defRPr sz="2800" baseline="0">
                <a:latin typeface="Arial" pitchFamily="34" charset="0"/>
              </a:defRPr>
            </a:lvl3pPr>
            <a:lvl4pPr marL="0" indent="0">
              <a:buNone/>
              <a:defRPr sz="2800" baseline="0">
                <a:latin typeface="Arial" pitchFamily="34" charset="0"/>
              </a:defRPr>
            </a:lvl4pPr>
            <a:lvl5pPr marL="0" indent="0">
              <a:buNone/>
              <a:defRPr sz="2800" baseline="0">
                <a:latin typeface="Arial" pitchFamily="34" charset="0"/>
              </a:defRPr>
            </a:lvl5pPr>
          </a:lstStyle>
          <a:p>
            <a:pPr lvl="0"/>
            <a:r>
              <a:rPr lang="en-US" noProof="0"/>
              <a:t>Edit Master text styles</a:t>
            </a:r>
          </a:p>
        </p:txBody>
      </p:sp>
      <p:sp>
        <p:nvSpPr>
          <p:cNvPr id="2" name="Title 1"/>
          <p:cNvSpPr>
            <a:spLocks noGrp="1"/>
          </p:cNvSpPr>
          <p:nvPr>
            <p:ph type="title"/>
          </p:nvPr>
        </p:nvSpPr>
        <p:spPr/>
        <p:txBody>
          <a:bodyPr/>
          <a:lstStyle>
            <a:lvl1pPr>
              <a:defRPr/>
            </a:lvl1pPr>
          </a:lstStyle>
          <a:p>
            <a:r>
              <a:rPr lang="en-US"/>
              <a:t>Click to edit Master title style</a:t>
            </a:r>
            <a:endParaRPr lang="en-GB"/>
          </a:p>
        </p:txBody>
      </p:sp>
    </p:spTree>
    <p:extLst>
      <p:ext uri="{BB962C8B-B14F-4D97-AF65-F5344CB8AC3E}">
        <p14:creationId xmlns:p14="http://schemas.microsoft.com/office/powerpoint/2010/main" val="1165074366"/>
      </p:ext>
    </p:extLst>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cture_Text">
    <p:spTree>
      <p:nvGrpSpPr>
        <p:cNvPr id="1" name=""/>
        <p:cNvGrpSpPr/>
        <p:nvPr/>
      </p:nvGrpSpPr>
      <p:grpSpPr>
        <a:xfrm>
          <a:off x="0" y="0"/>
          <a:ext cx="0" cy="0"/>
          <a:chOff x="0" y="0"/>
          <a:chExt cx="0" cy="0"/>
        </a:xfrm>
      </p:grpSpPr>
      <p:sp>
        <p:nvSpPr>
          <p:cNvPr id="10" name="図プレースホルダー 12"/>
          <p:cNvSpPr>
            <a:spLocks noGrp="1"/>
          </p:cNvSpPr>
          <p:nvPr>
            <p:ph type="pic" sz="quarter" idx="13"/>
          </p:nvPr>
        </p:nvSpPr>
        <p:spPr>
          <a:xfrm>
            <a:off x="487681" y="1482634"/>
            <a:ext cx="4956628" cy="2204108"/>
          </a:xfrm>
          <a:prstGeom prst="roundRect">
            <a:avLst>
              <a:gd name="adj" fmla="val 3978"/>
            </a:avLst>
          </a:prstGeom>
        </p:spPr>
        <p:txBody>
          <a:bodyPr rtlCol="0">
            <a:normAutofit/>
          </a:bodyPr>
          <a:lstStyle>
            <a:lvl1pPr marL="0" indent="0">
              <a:buNone/>
              <a:defRPr sz="2800" baseline="0">
                <a:solidFill>
                  <a:srgbClr val="000000"/>
                </a:solidFill>
                <a:latin typeface="Arial"/>
              </a:defRPr>
            </a:lvl1pPr>
          </a:lstStyle>
          <a:p>
            <a:pPr lvl="0"/>
            <a:r>
              <a:rPr lang="en-GB" altLang="ja-JP" noProof="0"/>
              <a:t>Click icon to add picture</a:t>
            </a:r>
            <a:endParaRPr lang="ja-JP" altLang="en-US" noProof="0"/>
          </a:p>
        </p:txBody>
      </p:sp>
      <p:sp>
        <p:nvSpPr>
          <p:cNvPr id="12" name="Text Placeholder 9"/>
          <p:cNvSpPr>
            <a:spLocks noGrp="1"/>
          </p:cNvSpPr>
          <p:nvPr>
            <p:ph type="body" sz="quarter" idx="14"/>
          </p:nvPr>
        </p:nvSpPr>
        <p:spPr>
          <a:xfrm>
            <a:off x="6119285" y="1479369"/>
            <a:ext cx="5640916" cy="2165655"/>
          </a:xfrm>
          <a:prstGeom prst="rect">
            <a:avLst/>
          </a:prstGeom>
        </p:spPr>
        <p:txBody>
          <a:bodyPr>
            <a:normAutofit/>
          </a:bodyPr>
          <a:lstStyle>
            <a:lvl1pPr marL="0" indent="0">
              <a:buNone/>
              <a:defRPr sz="2400" baseline="0">
                <a:solidFill>
                  <a:srgbClr val="000000"/>
                </a:solidFill>
                <a:latin typeface="Arial" pitchFamily="34" charset="0"/>
              </a:defRPr>
            </a:lvl1pPr>
            <a:lvl2pPr marL="0" indent="0">
              <a:buNone/>
              <a:defRPr sz="2800" baseline="0">
                <a:latin typeface="Arial" pitchFamily="34" charset="0"/>
              </a:defRPr>
            </a:lvl2pPr>
            <a:lvl3pPr marL="0" indent="0">
              <a:buNone/>
              <a:defRPr sz="2800" baseline="0">
                <a:latin typeface="Arial" pitchFamily="34" charset="0"/>
              </a:defRPr>
            </a:lvl3pPr>
            <a:lvl4pPr marL="0" indent="0">
              <a:buNone/>
              <a:defRPr sz="2800" baseline="0">
                <a:latin typeface="Arial" pitchFamily="34" charset="0"/>
              </a:defRPr>
            </a:lvl4pPr>
            <a:lvl5pPr marL="0" indent="0">
              <a:buNone/>
              <a:defRPr sz="2800" baseline="0">
                <a:latin typeface="Arial" pitchFamily="34" charset="0"/>
              </a:defRPr>
            </a:lvl5pPr>
          </a:lstStyle>
          <a:p>
            <a:pPr lvl="0"/>
            <a:r>
              <a:rPr lang="en-US" noProof="0"/>
              <a:t>Edit Master text styles</a:t>
            </a:r>
          </a:p>
        </p:txBody>
      </p:sp>
      <p:sp>
        <p:nvSpPr>
          <p:cNvPr id="2" name="Title 1"/>
          <p:cNvSpPr>
            <a:spLocks noGrp="1"/>
          </p:cNvSpPr>
          <p:nvPr>
            <p:ph type="title"/>
          </p:nvPr>
        </p:nvSpPr>
        <p:spPr/>
        <p:txBody>
          <a:bodyPr/>
          <a:lstStyle>
            <a:lvl1pPr>
              <a:defRPr/>
            </a:lvl1pPr>
          </a:lstStyle>
          <a:p>
            <a:r>
              <a:rPr lang="en-US"/>
              <a:t>Click to edit Master title style</a:t>
            </a:r>
            <a:endParaRPr lang="en-GB"/>
          </a:p>
        </p:txBody>
      </p:sp>
    </p:spTree>
    <p:extLst>
      <p:ext uri="{BB962C8B-B14F-4D97-AF65-F5344CB8AC3E}">
        <p14:creationId xmlns:p14="http://schemas.microsoft.com/office/powerpoint/2010/main" val="3990515321"/>
      </p:ext>
    </p:extLst>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olumns">
    <p:spTree>
      <p:nvGrpSpPr>
        <p:cNvPr id="1" name=""/>
        <p:cNvGrpSpPr/>
        <p:nvPr/>
      </p:nvGrpSpPr>
      <p:grpSpPr>
        <a:xfrm>
          <a:off x="0" y="0"/>
          <a:ext cx="0" cy="0"/>
          <a:chOff x="0" y="0"/>
          <a:chExt cx="0" cy="0"/>
        </a:xfrm>
      </p:grpSpPr>
      <p:sp>
        <p:nvSpPr>
          <p:cNvPr id="11" name="Text Placeholder 9"/>
          <p:cNvSpPr>
            <a:spLocks noGrp="1"/>
          </p:cNvSpPr>
          <p:nvPr>
            <p:ph type="body" sz="quarter" idx="14"/>
          </p:nvPr>
        </p:nvSpPr>
        <p:spPr>
          <a:xfrm>
            <a:off x="6328227" y="1489114"/>
            <a:ext cx="5419375" cy="1690688"/>
          </a:xfrm>
          <a:prstGeom prst="rect">
            <a:avLst/>
          </a:prstGeom>
        </p:spPr>
        <p:txBody>
          <a:bodyPr/>
          <a:lstStyle>
            <a:lvl1pPr marL="0" indent="0">
              <a:buNone/>
              <a:defRPr sz="2800" baseline="0">
                <a:solidFill>
                  <a:srgbClr val="000000"/>
                </a:solidFill>
                <a:latin typeface="Arial" pitchFamily="34" charset="0"/>
              </a:defRPr>
            </a:lvl1pPr>
            <a:lvl2pPr marL="0" indent="0">
              <a:buNone/>
              <a:defRPr sz="2800" baseline="0">
                <a:latin typeface="Arial" pitchFamily="34" charset="0"/>
              </a:defRPr>
            </a:lvl2pPr>
            <a:lvl3pPr marL="0" indent="0">
              <a:buNone/>
              <a:defRPr sz="2800" baseline="0">
                <a:latin typeface="Arial" pitchFamily="34" charset="0"/>
              </a:defRPr>
            </a:lvl3pPr>
            <a:lvl4pPr marL="0" indent="0">
              <a:buNone/>
              <a:defRPr sz="2800" baseline="0">
                <a:latin typeface="Arial" pitchFamily="34" charset="0"/>
              </a:defRPr>
            </a:lvl4pPr>
            <a:lvl5pPr marL="0" indent="0">
              <a:buNone/>
              <a:defRPr sz="2800" baseline="0">
                <a:latin typeface="Arial" pitchFamily="34" charset="0"/>
              </a:defRPr>
            </a:lvl5pPr>
          </a:lstStyle>
          <a:p>
            <a:pPr lvl="0"/>
            <a:r>
              <a:rPr lang="en-US"/>
              <a:t>Edit Master text styles</a:t>
            </a:r>
          </a:p>
        </p:txBody>
      </p:sp>
      <p:sp>
        <p:nvSpPr>
          <p:cNvPr id="12" name="Text Placeholder 9"/>
          <p:cNvSpPr>
            <a:spLocks noGrp="1"/>
          </p:cNvSpPr>
          <p:nvPr>
            <p:ph type="body" sz="quarter" idx="18"/>
          </p:nvPr>
        </p:nvSpPr>
        <p:spPr>
          <a:xfrm>
            <a:off x="480033" y="1479395"/>
            <a:ext cx="5326464" cy="1689256"/>
          </a:xfrm>
          <a:prstGeom prst="rect">
            <a:avLst/>
          </a:prstGeom>
        </p:spPr>
        <p:txBody>
          <a:bodyPr/>
          <a:lstStyle>
            <a:lvl1pPr marL="0" indent="0">
              <a:buNone/>
              <a:defRPr sz="2800" baseline="0">
                <a:solidFill>
                  <a:srgbClr val="000000"/>
                </a:solidFill>
                <a:latin typeface="Arial" pitchFamily="34" charset="0"/>
              </a:defRPr>
            </a:lvl1pPr>
            <a:lvl2pPr marL="0" indent="0">
              <a:buNone/>
              <a:defRPr sz="2800" baseline="0">
                <a:latin typeface="Arial" pitchFamily="34" charset="0"/>
              </a:defRPr>
            </a:lvl2pPr>
            <a:lvl3pPr marL="0" indent="0">
              <a:buNone/>
              <a:defRPr sz="2800" baseline="0">
                <a:latin typeface="Arial" pitchFamily="34" charset="0"/>
              </a:defRPr>
            </a:lvl3pPr>
            <a:lvl4pPr marL="0" indent="0">
              <a:buNone/>
              <a:defRPr sz="2800" baseline="0">
                <a:latin typeface="Arial" pitchFamily="34" charset="0"/>
              </a:defRPr>
            </a:lvl4pPr>
            <a:lvl5pPr marL="0" indent="0">
              <a:buNone/>
              <a:defRPr sz="2800" baseline="0">
                <a:latin typeface="Arial" pitchFamily="34" charset="0"/>
              </a:defRPr>
            </a:lvl5pPr>
          </a:lstStyle>
          <a:p>
            <a:pPr lvl="0"/>
            <a:r>
              <a:rPr lang="en-US"/>
              <a:t>Edit Master text styles</a:t>
            </a:r>
          </a:p>
        </p:txBody>
      </p:sp>
      <p:sp>
        <p:nvSpPr>
          <p:cNvPr id="2" name="Title 1"/>
          <p:cNvSpPr>
            <a:spLocks noGrp="1"/>
          </p:cNvSpPr>
          <p:nvPr>
            <p:ph type="title"/>
          </p:nvPr>
        </p:nvSpPr>
        <p:spPr/>
        <p:txBody>
          <a:bodyPr/>
          <a:lstStyle>
            <a:lvl1pPr>
              <a:defRPr/>
            </a:lvl1pPr>
          </a:lstStyle>
          <a:p>
            <a:r>
              <a:rPr lang="en-US"/>
              <a:t>Click to edit Master title style</a:t>
            </a:r>
            <a:endParaRPr lang="en-GB"/>
          </a:p>
        </p:txBody>
      </p:sp>
    </p:spTree>
    <p:extLst>
      <p:ext uri="{BB962C8B-B14F-4D97-AF65-F5344CB8AC3E}">
        <p14:creationId xmlns:p14="http://schemas.microsoft.com/office/powerpoint/2010/main" val="3748648868"/>
      </p:ext>
    </p:extLst>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Divider_Text">
    <p:spTree>
      <p:nvGrpSpPr>
        <p:cNvPr id="1" name=""/>
        <p:cNvGrpSpPr/>
        <p:nvPr/>
      </p:nvGrpSpPr>
      <p:grpSpPr>
        <a:xfrm>
          <a:off x="0" y="0"/>
          <a:ext cx="0" cy="0"/>
          <a:chOff x="0" y="0"/>
          <a:chExt cx="0" cy="0"/>
        </a:xfrm>
      </p:grpSpPr>
      <p:sp>
        <p:nvSpPr>
          <p:cNvPr id="5" name="Plaque 10"/>
          <p:cNvSpPr/>
          <p:nvPr/>
        </p:nvSpPr>
        <p:spPr>
          <a:xfrm flipH="1">
            <a:off x="9783763" y="4468813"/>
            <a:ext cx="1874837" cy="1873250"/>
          </a:xfrm>
          <a:custGeom>
            <a:avLst/>
            <a:gdLst/>
            <a:ahLst/>
            <a:cxnLst/>
            <a:rect l="l" t="t" r="r" b="b"/>
            <a:pathLst>
              <a:path w="5164139" h="5167312">
                <a:moveTo>
                  <a:pt x="160633" y="0"/>
                </a:moveTo>
                <a:lnTo>
                  <a:pt x="4471692" y="0"/>
                </a:lnTo>
                <a:cubicBezTo>
                  <a:pt x="4560407" y="0"/>
                  <a:pt x="4632325" y="71918"/>
                  <a:pt x="4632325" y="160633"/>
                </a:cubicBezTo>
                <a:lnTo>
                  <a:pt x="4632325" y="4389438"/>
                </a:lnTo>
                <a:lnTo>
                  <a:pt x="4637047" y="4389438"/>
                </a:lnTo>
                <a:cubicBezTo>
                  <a:pt x="4637047" y="4430668"/>
                  <a:pt x="4670471" y="4464092"/>
                  <a:pt x="4711701" y="4464092"/>
                </a:cubicBezTo>
                <a:lnTo>
                  <a:pt x="4711701" y="4464579"/>
                </a:lnTo>
                <a:lnTo>
                  <a:pt x="5091727" y="4464579"/>
                </a:lnTo>
                <a:cubicBezTo>
                  <a:pt x="5131719" y="4464579"/>
                  <a:pt x="5164139" y="4496999"/>
                  <a:pt x="5164139" y="4536991"/>
                </a:cubicBezTo>
                <a:lnTo>
                  <a:pt x="5164139" y="5094900"/>
                </a:lnTo>
                <a:cubicBezTo>
                  <a:pt x="5164139" y="5134892"/>
                  <a:pt x="5131719" y="5167312"/>
                  <a:pt x="5091727" y="5167312"/>
                </a:cubicBezTo>
                <a:lnTo>
                  <a:pt x="4546518" y="5167312"/>
                </a:lnTo>
                <a:cubicBezTo>
                  <a:pt x="4506526" y="5167312"/>
                  <a:pt x="4474106" y="5134892"/>
                  <a:pt x="4474106" y="5094900"/>
                </a:cubicBezTo>
                <a:lnTo>
                  <a:pt x="4474106" y="4694237"/>
                </a:lnTo>
                <a:lnTo>
                  <a:pt x="4472030" y="4694237"/>
                </a:lnTo>
                <a:cubicBezTo>
                  <a:pt x="4472030" y="4663315"/>
                  <a:pt x="4453229" y="4636783"/>
                  <a:pt x="4426435" y="4625450"/>
                </a:cubicBezTo>
                <a:lnTo>
                  <a:pt x="4405445" y="4621212"/>
                </a:lnTo>
                <a:lnTo>
                  <a:pt x="160633" y="4621212"/>
                </a:lnTo>
                <a:cubicBezTo>
                  <a:pt x="71918" y="4621212"/>
                  <a:pt x="0" y="4549294"/>
                  <a:pt x="0" y="4460579"/>
                </a:cubicBezTo>
                <a:lnTo>
                  <a:pt x="0" y="160633"/>
                </a:lnTo>
                <a:cubicBezTo>
                  <a:pt x="0" y="71918"/>
                  <a:pt x="71918" y="0"/>
                  <a:pt x="160633" y="0"/>
                </a:cubicBezTo>
                <a:close/>
              </a:path>
            </a:pathLst>
          </a:custGeom>
          <a:solidFill>
            <a:schemeClr val="accent1"/>
          </a:solidFill>
          <a:ln w="12700">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 name="Titel 1"/>
          <p:cNvSpPr>
            <a:spLocks noGrp="1"/>
          </p:cNvSpPr>
          <p:nvPr>
            <p:ph type="title"/>
          </p:nvPr>
        </p:nvSpPr>
        <p:spPr>
          <a:xfrm>
            <a:off x="651958" y="3269046"/>
            <a:ext cx="8516383" cy="629715"/>
          </a:xfrm>
          <a:prstGeom prst="rect">
            <a:avLst/>
          </a:prstGeom>
        </p:spPr>
        <p:txBody>
          <a:bodyPr/>
          <a:lstStyle>
            <a:lvl1pPr algn="l">
              <a:defRPr sz="3200">
                <a:solidFill>
                  <a:srgbClr val="000000"/>
                </a:solidFill>
                <a:latin typeface="Arial" pitchFamily="34" charset="0"/>
                <a:cs typeface="Arial" pitchFamily="34" charset="0"/>
              </a:defRPr>
            </a:lvl1pPr>
          </a:lstStyle>
          <a:p>
            <a:pPr lvl="0"/>
            <a:r>
              <a:rPr lang="en-US"/>
              <a:t>Click to edit Master title style</a:t>
            </a:r>
            <a:endParaRPr lang="en-GB"/>
          </a:p>
        </p:txBody>
      </p:sp>
      <p:sp>
        <p:nvSpPr>
          <p:cNvPr id="4" name="Text Placeholder 13"/>
          <p:cNvSpPr>
            <a:spLocks noGrp="1"/>
          </p:cNvSpPr>
          <p:nvPr>
            <p:ph type="body" sz="quarter" idx="15"/>
          </p:nvPr>
        </p:nvSpPr>
        <p:spPr>
          <a:xfrm>
            <a:off x="651958" y="4106863"/>
            <a:ext cx="4519084" cy="723900"/>
          </a:xfrm>
          <a:prstGeom prst="rect">
            <a:avLst/>
          </a:prstGeom>
        </p:spPr>
        <p:txBody>
          <a:bodyPr/>
          <a:lstStyle>
            <a:lvl1pPr marL="0" indent="0" defTabSz="432000">
              <a:buNone/>
              <a:tabLst/>
              <a:defRPr sz="1800" baseline="0">
                <a:solidFill>
                  <a:schemeClr val="accent1"/>
                </a:solidFill>
                <a:latin typeface="Arial" pitchFamily="34" charset="0"/>
              </a:defRPr>
            </a:lvl1pPr>
            <a:lvl2pPr marL="0" indent="0" defTabSz="432000">
              <a:buNone/>
              <a:tabLst/>
              <a:defRPr sz="1800" baseline="0">
                <a:latin typeface="Arial" pitchFamily="34" charset="0"/>
              </a:defRPr>
            </a:lvl2pPr>
            <a:lvl3pPr marL="0" indent="0" defTabSz="432000">
              <a:buNone/>
              <a:tabLst/>
              <a:defRPr sz="1800" baseline="0">
                <a:latin typeface="Arial" pitchFamily="34" charset="0"/>
              </a:defRPr>
            </a:lvl3pPr>
            <a:lvl4pPr marL="0" indent="0" defTabSz="432000">
              <a:buNone/>
              <a:tabLst/>
              <a:defRPr sz="1800" baseline="0">
                <a:latin typeface="Arial" pitchFamily="34" charset="0"/>
              </a:defRPr>
            </a:lvl4pPr>
            <a:lvl5pPr marL="0" indent="0" defTabSz="432000">
              <a:buNone/>
              <a:tabLst/>
              <a:defRPr sz="1800" baseline="0">
                <a:latin typeface="Arial" pitchFamily="34" charset="0"/>
              </a:defRPr>
            </a:lvl5pPr>
          </a:lstStyle>
          <a:p>
            <a:pPr lvl="0"/>
            <a:r>
              <a:rPr lang="en-US"/>
              <a:t>Edit Master text styles</a:t>
            </a:r>
          </a:p>
        </p:txBody>
      </p:sp>
    </p:spTree>
    <p:extLst>
      <p:ext uri="{BB962C8B-B14F-4D97-AF65-F5344CB8AC3E}">
        <p14:creationId xmlns:p14="http://schemas.microsoft.com/office/powerpoint/2010/main" val="1943866711"/>
      </p:ext>
    </p:extLst>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6CADBE-2787-57C8-6829-01DEA74C4E9D}"/>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A6D99FFD-0A05-28F8-73C2-2515140A3A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CCECEE21-5EDA-F71E-796C-739A1D2D11C4}"/>
              </a:ext>
            </a:extLst>
          </p:cNvPr>
          <p:cNvSpPr>
            <a:spLocks noGrp="1"/>
          </p:cNvSpPr>
          <p:nvPr>
            <p:ph type="dt" sz="half" idx="10"/>
          </p:nvPr>
        </p:nvSpPr>
        <p:spPr/>
        <p:txBody>
          <a:bodyPr/>
          <a:lstStyle/>
          <a:p>
            <a:fld id="{7515A98F-0143-4AB9-9356-FA7AA2E5DB49}" type="datetimeFigureOut">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D062A640-0407-047A-1CE8-B64097596D3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7FB4C3B-07EA-5EFE-E6A7-4ECF5AF5F7EA}"/>
              </a:ext>
            </a:extLst>
          </p:cNvPr>
          <p:cNvSpPr>
            <a:spLocks noGrp="1"/>
          </p:cNvSpPr>
          <p:nvPr>
            <p:ph type="sldNum" sz="quarter" idx="12"/>
          </p:nvPr>
        </p:nvSpPr>
        <p:spPr/>
        <p:txBody>
          <a:bodyPr/>
          <a:lstStyle/>
          <a:p>
            <a:fld id="{A31B3AFB-7D2A-45BC-9D8E-B8AFB80A1B3A}" type="slidenum">
              <a:rPr kumimoji="1" lang="ja-JP" altLang="en-US" smtClean="0"/>
              <a:t>‹#›</a:t>
            </a:fld>
            <a:endParaRPr kumimoji="1" lang="ja-JP" altLang="en-US"/>
          </a:p>
        </p:txBody>
      </p:sp>
    </p:spTree>
    <p:extLst>
      <p:ext uri="{BB962C8B-B14F-4D97-AF65-F5344CB8AC3E}">
        <p14:creationId xmlns:p14="http://schemas.microsoft.com/office/powerpoint/2010/main" val="34048226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Slide title 32pt bullet">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ja-JP" altLang="en-US"/>
              <a:t>内容ページタイトル</a:t>
            </a:r>
          </a:p>
        </p:txBody>
      </p:sp>
      <p:sp>
        <p:nvSpPr>
          <p:cNvPr id="4" name="日付プレースホルダー 3"/>
          <p:cNvSpPr>
            <a:spLocks noGrp="1"/>
          </p:cNvSpPr>
          <p:nvPr>
            <p:ph type="dt" sz="half" idx="10"/>
          </p:nvPr>
        </p:nvSpPr>
        <p:spPr>
          <a:xfrm>
            <a:off x="504065" y="6503694"/>
            <a:ext cx="889316" cy="183557"/>
          </a:xfrm>
          <a:prstGeom prst="rect">
            <a:avLst/>
          </a:prstGeom>
        </p:spPr>
        <p:txBody>
          <a:bodyPr/>
          <a:lstStyle/>
          <a:p>
            <a:endParaRPr kumimoji="1" lang="ja-JP" altLang="en-US"/>
          </a:p>
        </p:txBody>
      </p:sp>
      <p:sp>
        <p:nvSpPr>
          <p:cNvPr id="5" name="フッター プレースホルダー 4"/>
          <p:cNvSpPr>
            <a:spLocks noGrp="1"/>
          </p:cNvSpPr>
          <p:nvPr>
            <p:ph type="ftr" sz="quarter" idx="11"/>
          </p:nvPr>
        </p:nvSpPr>
        <p:spPr>
          <a:xfrm>
            <a:off x="3056798" y="6503694"/>
            <a:ext cx="6102794" cy="183557"/>
          </a:xfrm>
          <a:prstGeom prst="rect">
            <a:avLst/>
          </a:prstGeom>
        </p:spPr>
        <p:txBody>
          <a:bodyPr/>
          <a:lstStyle/>
          <a:p>
            <a:endParaRPr kumimoji="1" lang="ja-JP" altLang="en-US"/>
          </a:p>
        </p:txBody>
      </p:sp>
      <p:sp>
        <p:nvSpPr>
          <p:cNvPr id="6" name="スライド番号プレースホルダー 5"/>
          <p:cNvSpPr>
            <a:spLocks noGrp="1"/>
          </p:cNvSpPr>
          <p:nvPr>
            <p:ph type="sldNum" sz="quarter" idx="12"/>
          </p:nvPr>
        </p:nvSpPr>
        <p:spPr>
          <a:xfrm>
            <a:off x="11096645" y="6514492"/>
            <a:ext cx="655285" cy="183557"/>
          </a:xfrm>
          <a:prstGeom prst="rect">
            <a:avLst/>
          </a:prstGeom>
        </p:spPr>
        <p:txBody>
          <a:bodyPr/>
          <a:lstStyle/>
          <a:p>
            <a:fld id="{7A39FB4F-73BE-4091-B0A4-685FBDAC5CD7}" type="slidenum">
              <a:rPr kumimoji="1" lang="ja-JP" altLang="en-US" smtClean="0"/>
              <a:t>‹#›</a:t>
            </a:fld>
            <a:endParaRPr kumimoji="1" lang="ja-JP" altLang="en-US"/>
          </a:p>
        </p:txBody>
      </p:sp>
      <p:sp>
        <p:nvSpPr>
          <p:cNvPr id="7" name="Content Placeholder 4"/>
          <p:cNvSpPr>
            <a:spLocks noGrp="1"/>
          </p:cNvSpPr>
          <p:nvPr>
            <p:ph sz="quarter" idx="20" hasCustomPrompt="1"/>
          </p:nvPr>
        </p:nvSpPr>
        <p:spPr>
          <a:xfrm>
            <a:off x="486293" y="1483970"/>
            <a:ext cx="11275439" cy="4878845"/>
          </a:xfrm>
          <a:prstGeom prst="rect">
            <a:avLst/>
          </a:prstGeom>
        </p:spPr>
        <p:txBody>
          <a:bodyPr/>
          <a:lstStyle>
            <a:lvl1pPr marL="342831" indent="-342831">
              <a:buClr>
                <a:srgbClr val="C00000"/>
              </a:buClr>
              <a:buFont typeface="Wingdings" pitchFamily="2" charset="2"/>
              <a:buChar char="§"/>
              <a:defRPr sz="2400">
                <a:latin typeface="ＭＳ Ｐゴシック" panose="020B0600070205080204" pitchFamily="50" charset="-128"/>
                <a:ea typeface="ＭＳ Ｐゴシック" panose="020B0600070205080204" pitchFamily="50" charset="-128"/>
              </a:defRPr>
            </a:lvl1pPr>
            <a:lvl2pPr>
              <a:defRPr sz="1800">
                <a:latin typeface="ＭＳ Ｐゴシック" panose="020B0600070205080204" pitchFamily="50" charset="-128"/>
                <a:ea typeface="ＭＳ Ｐゴシック" panose="020B0600070205080204" pitchFamily="50" charset="-128"/>
              </a:defRPr>
            </a:lvl2pPr>
            <a:lvl3pPr marL="1199910" indent="-285693">
              <a:buClr>
                <a:srgbClr val="C00000"/>
              </a:buClr>
              <a:buFont typeface="Arial" pitchFamily="34" charset="0"/>
              <a:buChar char="•"/>
              <a:defRPr sz="1600">
                <a:latin typeface="ＭＳ Ｐゴシック" panose="020B0600070205080204" pitchFamily="50" charset="-128"/>
                <a:ea typeface="ＭＳ Ｐゴシック" panose="020B0600070205080204" pitchFamily="50" charset="-128"/>
              </a:defRPr>
            </a:lvl3pPr>
          </a:lstStyle>
          <a:p>
            <a:pPr lvl="0"/>
            <a:r>
              <a:rPr lang="ja-JP" altLang="en-US"/>
              <a:t>テキストを入力</a:t>
            </a:r>
            <a:endParaRPr lang="en-US" altLang="ja-JP"/>
          </a:p>
          <a:p>
            <a:pPr lvl="1"/>
            <a:r>
              <a:rPr lang="ja-JP" altLang="en-US"/>
              <a:t>テキストを入力</a:t>
            </a:r>
            <a:endParaRPr lang="en-US"/>
          </a:p>
          <a:p>
            <a:pPr lvl="2"/>
            <a:r>
              <a:rPr lang="ja-JP" altLang="en-US"/>
              <a:t>テキストを入力</a:t>
            </a:r>
            <a:endParaRPr lang="en-US"/>
          </a:p>
        </p:txBody>
      </p:sp>
    </p:spTree>
    <p:extLst>
      <p:ext uri="{BB962C8B-B14F-4D97-AF65-F5344CB8AC3E}">
        <p14:creationId xmlns:p14="http://schemas.microsoft.com/office/powerpoint/2010/main" val="2014204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5" Type="http://schemas.openxmlformats.org/officeDocument/2006/relationships/image" Target="../media/image2.png"/><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10" name="Plaque 10"/>
          <p:cNvSpPr/>
          <p:nvPr/>
        </p:nvSpPr>
        <p:spPr>
          <a:xfrm>
            <a:off x="673101" y="277712"/>
            <a:ext cx="544985" cy="442278"/>
          </a:xfrm>
          <a:custGeom>
            <a:avLst/>
            <a:gdLst/>
            <a:ahLst/>
            <a:cxnLst/>
            <a:rect l="l" t="t" r="r" b="b"/>
            <a:pathLst>
              <a:path w="5164139" h="5167312">
                <a:moveTo>
                  <a:pt x="160633" y="0"/>
                </a:moveTo>
                <a:lnTo>
                  <a:pt x="4471692" y="0"/>
                </a:lnTo>
                <a:cubicBezTo>
                  <a:pt x="4560407" y="0"/>
                  <a:pt x="4632325" y="71918"/>
                  <a:pt x="4632325" y="160633"/>
                </a:cubicBezTo>
                <a:lnTo>
                  <a:pt x="4632325" y="4389438"/>
                </a:lnTo>
                <a:lnTo>
                  <a:pt x="4637047" y="4389438"/>
                </a:lnTo>
                <a:cubicBezTo>
                  <a:pt x="4637047" y="4430668"/>
                  <a:pt x="4670471" y="4464092"/>
                  <a:pt x="4711701" y="4464092"/>
                </a:cubicBezTo>
                <a:lnTo>
                  <a:pt x="4711701" y="4464579"/>
                </a:lnTo>
                <a:lnTo>
                  <a:pt x="5091727" y="4464579"/>
                </a:lnTo>
                <a:cubicBezTo>
                  <a:pt x="5131719" y="4464579"/>
                  <a:pt x="5164139" y="4496999"/>
                  <a:pt x="5164139" y="4536991"/>
                </a:cubicBezTo>
                <a:lnTo>
                  <a:pt x="5164139" y="5094900"/>
                </a:lnTo>
                <a:cubicBezTo>
                  <a:pt x="5164139" y="5134892"/>
                  <a:pt x="5131719" y="5167312"/>
                  <a:pt x="5091727" y="5167312"/>
                </a:cubicBezTo>
                <a:lnTo>
                  <a:pt x="4546518" y="5167312"/>
                </a:lnTo>
                <a:cubicBezTo>
                  <a:pt x="4506526" y="5167312"/>
                  <a:pt x="4474106" y="5134892"/>
                  <a:pt x="4474106" y="5094900"/>
                </a:cubicBezTo>
                <a:lnTo>
                  <a:pt x="4474106" y="4694237"/>
                </a:lnTo>
                <a:lnTo>
                  <a:pt x="4472030" y="4694237"/>
                </a:lnTo>
                <a:cubicBezTo>
                  <a:pt x="4472030" y="4663315"/>
                  <a:pt x="4453229" y="4636783"/>
                  <a:pt x="4426435" y="4625450"/>
                </a:cubicBezTo>
                <a:lnTo>
                  <a:pt x="4405445" y="4621212"/>
                </a:lnTo>
                <a:lnTo>
                  <a:pt x="160633" y="4621212"/>
                </a:lnTo>
                <a:cubicBezTo>
                  <a:pt x="71918" y="4621212"/>
                  <a:pt x="0" y="4549294"/>
                  <a:pt x="0" y="4460579"/>
                </a:cubicBezTo>
                <a:lnTo>
                  <a:pt x="0" y="160633"/>
                </a:lnTo>
                <a:cubicBezTo>
                  <a:pt x="0" y="71918"/>
                  <a:pt x="71918" y="0"/>
                  <a:pt x="160633" y="0"/>
                </a:cubicBezTo>
                <a:close/>
              </a:path>
            </a:pathLst>
          </a:custGeom>
          <a:solidFill>
            <a:srgbClr val="CF1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950"/>
          </a:p>
        </p:txBody>
      </p:sp>
      <p:cxnSp>
        <p:nvCxnSpPr>
          <p:cNvPr id="11" name="直線コネクタ 4"/>
          <p:cNvCxnSpPr/>
          <p:nvPr/>
        </p:nvCxnSpPr>
        <p:spPr>
          <a:xfrm>
            <a:off x="673102" y="878622"/>
            <a:ext cx="10974761" cy="0"/>
          </a:xfrm>
          <a:prstGeom prst="line">
            <a:avLst/>
          </a:prstGeom>
          <a:ln>
            <a:solidFill>
              <a:srgbClr val="CF142B"/>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62518" y="6446579"/>
            <a:ext cx="3129227" cy="184666"/>
          </a:xfrm>
          <a:prstGeom prst="rect">
            <a:avLst/>
          </a:prstGeom>
          <a:noFill/>
        </p:spPr>
        <p:txBody>
          <a:bodyPr wrap="square" rtlCol="0" anchor="ctr">
            <a:spAutoFit/>
          </a:bodyPr>
          <a:lstStyle/>
          <a:p>
            <a:pPr marL="0" marR="0" indent="0" algn="l" defTabSz="990570" rtl="0" eaLnBrk="1" fontAlgn="auto" latinLnBrk="0" hangingPunct="1">
              <a:lnSpc>
                <a:spcPct val="100000"/>
              </a:lnSpc>
              <a:spcBef>
                <a:spcPts val="0"/>
              </a:spcBef>
              <a:spcAft>
                <a:spcPts val="0"/>
              </a:spcAft>
              <a:buClrTx/>
              <a:buSzTx/>
              <a:buFontTx/>
              <a:buNone/>
              <a:tabLst/>
              <a:defRPr/>
            </a:pPr>
            <a:fld id="{A390410D-4778-41E4-920B-A09EA1838D35}" type="datetime1">
              <a:rPr lang="en-GB" sz="600" kern="1200" smtClean="0">
                <a:solidFill>
                  <a:srgbClr val="717171"/>
                </a:solidFill>
                <a:latin typeface="+mn-lt"/>
                <a:ea typeface="+mn-ea"/>
                <a:cs typeface="+mn-cs"/>
              </a:rPr>
              <a:pPr marL="0" marR="0" indent="0" algn="l" defTabSz="990570" rtl="0" eaLnBrk="1" fontAlgn="auto" latinLnBrk="0" hangingPunct="1">
                <a:lnSpc>
                  <a:spcPct val="100000"/>
                </a:lnSpc>
                <a:spcBef>
                  <a:spcPts val="0"/>
                </a:spcBef>
                <a:spcAft>
                  <a:spcPts val="0"/>
                </a:spcAft>
                <a:buClrTx/>
                <a:buSzTx/>
                <a:buFontTx/>
                <a:buNone/>
                <a:tabLst/>
                <a:defRPr/>
              </a:pPr>
              <a:t>26/03/2026</a:t>
            </a:fld>
            <a:endParaRPr lang="en-GB" sz="600" kern="1200">
              <a:solidFill>
                <a:srgbClr val="717171"/>
              </a:solidFill>
              <a:latin typeface="+mn-lt"/>
              <a:ea typeface="+mn-ea"/>
              <a:cs typeface="+mn-cs"/>
            </a:endParaRPr>
          </a:p>
        </p:txBody>
      </p:sp>
      <p:sp>
        <p:nvSpPr>
          <p:cNvPr id="15" name="TextBox 14"/>
          <p:cNvSpPr txBox="1"/>
          <p:nvPr/>
        </p:nvSpPr>
        <p:spPr>
          <a:xfrm>
            <a:off x="9347203" y="6446579"/>
            <a:ext cx="2307167" cy="184666"/>
          </a:xfrm>
          <a:prstGeom prst="rect">
            <a:avLst/>
          </a:prstGeom>
          <a:noFill/>
        </p:spPr>
        <p:txBody>
          <a:bodyPr wrap="square" rtlCol="0">
            <a:spAutoFit/>
          </a:bodyPr>
          <a:lstStyle/>
          <a:p>
            <a:pPr algn="r"/>
            <a:fld id="{EF23D585-D97F-4565-AE4A-B077807530C6}" type="slidenum">
              <a:rPr lang="en-GB" sz="600" smtClean="0">
                <a:solidFill>
                  <a:srgbClr val="717171"/>
                </a:solidFill>
              </a:rPr>
              <a:t>‹#›</a:t>
            </a:fld>
            <a:endParaRPr lang="en-GB" sz="600">
              <a:solidFill>
                <a:srgbClr val="717171"/>
              </a:solidFill>
            </a:endParaRPr>
          </a:p>
        </p:txBody>
      </p:sp>
      <p:pic>
        <p:nvPicPr>
          <p:cNvPr id="13" name="Picture 2" descr="T:\Current\Ricoh\Logos\ricoh_lock_up_logo_rgb_reverse-0315.gif"/>
          <p:cNvPicPr>
            <a:picLocks noChangeArrowheads="1"/>
          </p:cNvPicPr>
          <p:nvPr/>
        </p:nvPicPr>
        <p:blipFill>
          <a:blip r:embed="rId3" cstate="print"/>
          <a:srcRect/>
          <a:stretch>
            <a:fillRect/>
          </a:stretch>
        </p:blipFill>
        <p:spPr bwMode="auto">
          <a:xfrm>
            <a:off x="10025366" y="224407"/>
            <a:ext cx="1577354" cy="518160"/>
          </a:xfrm>
          <a:prstGeom prst="rect">
            <a:avLst/>
          </a:prstGeom>
          <a:noFill/>
        </p:spPr>
      </p:pic>
      <p:pic>
        <p:nvPicPr>
          <p:cNvPr id="14" name="Picture 9" descr="ricoh_lock_up_rgb_positive-031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66105" y="224408"/>
            <a:ext cx="1836615" cy="574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11708197"/>
      </p:ext>
    </p:extLst>
  </p:cSld>
  <p:clrMap bg1="lt1" tx1="dk1" bg2="lt2" tx2="dk2" accent1="accent1" accent2="accent2" accent3="accent3" accent4="accent4" accent5="accent5" accent6="accent6" hlink="hlink" folHlink="folHlink"/>
  <p:sldLayoutIdLst>
    <p:sldLayoutId id="2147483899" r:id="rId1"/>
  </p:sldLayoutIdLst>
  <p:hf hdr="0"/>
  <p:txStyles>
    <p:titleStyle>
      <a:lvl1pPr algn="ctr" defTabSz="990570" rtl="0" eaLnBrk="1" latinLnBrk="0" hangingPunct="1">
        <a:spcBef>
          <a:spcPct val="0"/>
        </a:spcBef>
        <a:buNone/>
        <a:defRPr kumimoji="1" sz="4767" kern="1200">
          <a:solidFill>
            <a:schemeClr val="bg1"/>
          </a:solidFill>
          <a:latin typeface="+mj-lt"/>
          <a:ea typeface="+mj-ea"/>
          <a:cs typeface="+mj-cs"/>
        </a:defRPr>
      </a:lvl1pPr>
    </p:titleStyle>
    <p:bodyStyle>
      <a:lvl1pPr marL="371464" indent="-371464" algn="l" defTabSz="990570" rtl="0" eaLnBrk="1" latinLnBrk="0" hangingPunct="1">
        <a:spcBef>
          <a:spcPct val="20000"/>
        </a:spcBef>
        <a:buFont typeface="Arial" pitchFamily="34" charset="0"/>
        <a:buChar char="•"/>
        <a:defRPr kumimoji="1" sz="3467" kern="1200">
          <a:solidFill>
            <a:schemeClr val="bg1"/>
          </a:solidFill>
          <a:latin typeface="+mn-lt"/>
          <a:ea typeface="+mn-ea"/>
          <a:cs typeface="+mn-cs"/>
        </a:defRPr>
      </a:lvl1pPr>
      <a:lvl2pPr marL="804838" indent="-309553" algn="l" defTabSz="990570" rtl="0" eaLnBrk="1" latinLnBrk="0" hangingPunct="1">
        <a:spcBef>
          <a:spcPct val="20000"/>
        </a:spcBef>
        <a:buFont typeface="Arial" pitchFamily="34" charset="0"/>
        <a:buChar char="–"/>
        <a:defRPr kumimoji="1" sz="3033" kern="1200">
          <a:solidFill>
            <a:schemeClr val="bg1"/>
          </a:solidFill>
          <a:latin typeface="+mn-lt"/>
          <a:ea typeface="+mn-ea"/>
          <a:cs typeface="+mn-cs"/>
        </a:defRPr>
      </a:lvl2pPr>
      <a:lvl3pPr marL="1238212" indent="-247642" algn="l" defTabSz="990570" rtl="0" eaLnBrk="1" latinLnBrk="0" hangingPunct="1">
        <a:spcBef>
          <a:spcPct val="20000"/>
        </a:spcBef>
        <a:buFont typeface="Arial" pitchFamily="34" charset="0"/>
        <a:buChar char="•"/>
        <a:defRPr kumimoji="1" sz="2600" kern="1200">
          <a:solidFill>
            <a:schemeClr val="bg1"/>
          </a:solidFill>
          <a:latin typeface="+mn-lt"/>
          <a:ea typeface="+mn-ea"/>
          <a:cs typeface="+mn-cs"/>
        </a:defRPr>
      </a:lvl3pPr>
      <a:lvl4pPr marL="1733497" indent="-247642" algn="l" defTabSz="990570" rtl="0" eaLnBrk="1" latinLnBrk="0" hangingPunct="1">
        <a:spcBef>
          <a:spcPct val="20000"/>
        </a:spcBef>
        <a:buFont typeface="Arial" pitchFamily="34" charset="0"/>
        <a:buChar char="–"/>
        <a:defRPr kumimoji="1" sz="2167" kern="1200">
          <a:solidFill>
            <a:schemeClr val="bg1"/>
          </a:solidFill>
          <a:latin typeface="+mn-lt"/>
          <a:ea typeface="+mn-ea"/>
          <a:cs typeface="+mn-cs"/>
        </a:defRPr>
      </a:lvl4pPr>
      <a:lvl5pPr marL="2228781" indent="-247642" algn="l" defTabSz="990570" rtl="0" eaLnBrk="1" latinLnBrk="0" hangingPunct="1">
        <a:spcBef>
          <a:spcPct val="20000"/>
        </a:spcBef>
        <a:buFont typeface="Arial" pitchFamily="34" charset="0"/>
        <a:buChar char="»"/>
        <a:defRPr kumimoji="1" sz="2167" kern="1200">
          <a:solidFill>
            <a:schemeClr val="bg1"/>
          </a:solidFill>
          <a:latin typeface="+mn-lt"/>
          <a:ea typeface="+mn-ea"/>
          <a:cs typeface="+mn-cs"/>
        </a:defRPr>
      </a:lvl5pPr>
      <a:lvl6pPr marL="2724066" indent="-247642" algn="l" defTabSz="990570" rtl="0" eaLnBrk="1" latinLnBrk="0" hangingPunct="1">
        <a:spcBef>
          <a:spcPct val="20000"/>
        </a:spcBef>
        <a:buFont typeface="Arial" pitchFamily="34" charset="0"/>
        <a:buChar char="•"/>
        <a:defRPr kumimoji="1" sz="2167" kern="1200">
          <a:solidFill>
            <a:schemeClr val="tx1"/>
          </a:solidFill>
          <a:latin typeface="+mn-lt"/>
          <a:ea typeface="+mn-ea"/>
          <a:cs typeface="+mn-cs"/>
        </a:defRPr>
      </a:lvl6pPr>
      <a:lvl7pPr marL="3219351" indent="-247642" algn="l" defTabSz="990570" rtl="0" eaLnBrk="1" latinLnBrk="0" hangingPunct="1">
        <a:spcBef>
          <a:spcPct val="20000"/>
        </a:spcBef>
        <a:buFont typeface="Arial" pitchFamily="34" charset="0"/>
        <a:buChar char="•"/>
        <a:defRPr kumimoji="1" sz="2167" kern="1200">
          <a:solidFill>
            <a:schemeClr val="tx1"/>
          </a:solidFill>
          <a:latin typeface="+mn-lt"/>
          <a:ea typeface="+mn-ea"/>
          <a:cs typeface="+mn-cs"/>
        </a:defRPr>
      </a:lvl7pPr>
      <a:lvl8pPr marL="3714636" indent="-247642" algn="l" defTabSz="990570" rtl="0" eaLnBrk="1" latinLnBrk="0" hangingPunct="1">
        <a:spcBef>
          <a:spcPct val="20000"/>
        </a:spcBef>
        <a:buFont typeface="Arial" pitchFamily="34" charset="0"/>
        <a:buChar char="•"/>
        <a:defRPr kumimoji="1" sz="2167" kern="1200">
          <a:solidFill>
            <a:schemeClr val="tx1"/>
          </a:solidFill>
          <a:latin typeface="+mn-lt"/>
          <a:ea typeface="+mn-ea"/>
          <a:cs typeface="+mn-cs"/>
        </a:defRPr>
      </a:lvl8pPr>
      <a:lvl9pPr marL="4209920" indent="-247642" algn="l" defTabSz="990570" rtl="0" eaLnBrk="1" latinLnBrk="0" hangingPunct="1">
        <a:spcBef>
          <a:spcPct val="20000"/>
        </a:spcBef>
        <a:buFont typeface="Arial" pitchFamily="34" charset="0"/>
        <a:buChar char="•"/>
        <a:defRPr kumimoji="1" sz="2167" kern="1200">
          <a:solidFill>
            <a:schemeClr val="tx1"/>
          </a:solidFill>
          <a:latin typeface="+mn-lt"/>
          <a:ea typeface="+mn-ea"/>
          <a:cs typeface="+mn-cs"/>
        </a:defRPr>
      </a:lvl9pPr>
    </p:bodyStyle>
    <p:otherStyle>
      <a:defPPr>
        <a:defRPr lang="en-US"/>
      </a:defPPr>
      <a:lvl1pPr marL="0" algn="l" defTabSz="990570" rtl="0" eaLnBrk="1" latinLnBrk="0" hangingPunct="1">
        <a:defRPr kumimoji="1" sz="1950" kern="1200">
          <a:solidFill>
            <a:schemeClr val="tx1"/>
          </a:solidFill>
          <a:latin typeface="+mn-lt"/>
          <a:ea typeface="+mn-ea"/>
          <a:cs typeface="+mn-cs"/>
        </a:defRPr>
      </a:lvl1pPr>
      <a:lvl2pPr marL="495285" algn="l" defTabSz="990570" rtl="0" eaLnBrk="1" latinLnBrk="0" hangingPunct="1">
        <a:defRPr kumimoji="1" sz="1950" kern="1200">
          <a:solidFill>
            <a:schemeClr val="tx1"/>
          </a:solidFill>
          <a:latin typeface="+mn-lt"/>
          <a:ea typeface="+mn-ea"/>
          <a:cs typeface="+mn-cs"/>
        </a:defRPr>
      </a:lvl2pPr>
      <a:lvl3pPr marL="990570" algn="l" defTabSz="990570" rtl="0" eaLnBrk="1" latinLnBrk="0" hangingPunct="1">
        <a:defRPr kumimoji="1" sz="1950" kern="1200">
          <a:solidFill>
            <a:schemeClr val="tx1"/>
          </a:solidFill>
          <a:latin typeface="+mn-lt"/>
          <a:ea typeface="+mn-ea"/>
          <a:cs typeface="+mn-cs"/>
        </a:defRPr>
      </a:lvl3pPr>
      <a:lvl4pPr marL="1485854" algn="l" defTabSz="990570" rtl="0" eaLnBrk="1" latinLnBrk="0" hangingPunct="1">
        <a:defRPr kumimoji="1" sz="1950" kern="1200">
          <a:solidFill>
            <a:schemeClr val="tx1"/>
          </a:solidFill>
          <a:latin typeface="+mn-lt"/>
          <a:ea typeface="+mn-ea"/>
          <a:cs typeface="+mn-cs"/>
        </a:defRPr>
      </a:lvl4pPr>
      <a:lvl5pPr marL="1981139" algn="l" defTabSz="990570" rtl="0" eaLnBrk="1" latinLnBrk="0" hangingPunct="1">
        <a:defRPr kumimoji="1" sz="1950" kern="1200">
          <a:solidFill>
            <a:schemeClr val="tx1"/>
          </a:solidFill>
          <a:latin typeface="+mn-lt"/>
          <a:ea typeface="+mn-ea"/>
          <a:cs typeface="+mn-cs"/>
        </a:defRPr>
      </a:lvl5pPr>
      <a:lvl6pPr marL="2476424" algn="l" defTabSz="990570" rtl="0" eaLnBrk="1" latinLnBrk="0" hangingPunct="1">
        <a:defRPr kumimoji="1" sz="1950" kern="1200">
          <a:solidFill>
            <a:schemeClr val="tx1"/>
          </a:solidFill>
          <a:latin typeface="+mn-lt"/>
          <a:ea typeface="+mn-ea"/>
          <a:cs typeface="+mn-cs"/>
        </a:defRPr>
      </a:lvl6pPr>
      <a:lvl7pPr marL="2971709" algn="l" defTabSz="990570" rtl="0" eaLnBrk="1" latinLnBrk="0" hangingPunct="1">
        <a:defRPr kumimoji="1" sz="1950" kern="1200">
          <a:solidFill>
            <a:schemeClr val="tx1"/>
          </a:solidFill>
          <a:latin typeface="+mn-lt"/>
          <a:ea typeface="+mn-ea"/>
          <a:cs typeface="+mn-cs"/>
        </a:defRPr>
      </a:lvl7pPr>
      <a:lvl8pPr marL="3466993" algn="l" defTabSz="990570" rtl="0" eaLnBrk="1" latinLnBrk="0" hangingPunct="1">
        <a:defRPr kumimoji="1" sz="1950" kern="1200">
          <a:solidFill>
            <a:schemeClr val="tx1"/>
          </a:solidFill>
          <a:latin typeface="+mn-lt"/>
          <a:ea typeface="+mn-ea"/>
          <a:cs typeface="+mn-cs"/>
        </a:defRPr>
      </a:lvl8pPr>
      <a:lvl9pPr marL="3962278" algn="l" defTabSz="990570"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Plaque 10"/>
          <p:cNvSpPr/>
          <p:nvPr/>
        </p:nvSpPr>
        <p:spPr>
          <a:xfrm>
            <a:off x="488086" y="442281"/>
            <a:ext cx="3375666" cy="3377740"/>
          </a:xfrm>
          <a:custGeom>
            <a:avLst/>
            <a:gdLst/>
            <a:ahLst/>
            <a:cxnLst/>
            <a:rect l="l" t="t" r="r" b="b"/>
            <a:pathLst>
              <a:path w="5164139" h="5167312">
                <a:moveTo>
                  <a:pt x="160633" y="0"/>
                </a:moveTo>
                <a:lnTo>
                  <a:pt x="4471692" y="0"/>
                </a:lnTo>
                <a:cubicBezTo>
                  <a:pt x="4560407" y="0"/>
                  <a:pt x="4632325" y="71918"/>
                  <a:pt x="4632325" y="160633"/>
                </a:cubicBezTo>
                <a:lnTo>
                  <a:pt x="4632325" y="4389438"/>
                </a:lnTo>
                <a:lnTo>
                  <a:pt x="4637047" y="4389438"/>
                </a:lnTo>
                <a:cubicBezTo>
                  <a:pt x="4637047" y="4430668"/>
                  <a:pt x="4670471" y="4464092"/>
                  <a:pt x="4711701" y="4464092"/>
                </a:cubicBezTo>
                <a:lnTo>
                  <a:pt x="4711701" y="4464579"/>
                </a:lnTo>
                <a:lnTo>
                  <a:pt x="5091727" y="4464579"/>
                </a:lnTo>
                <a:cubicBezTo>
                  <a:pt x="5131719" y="4464579"/>
                  <a:pt x="5164139" y="4496999"/>
                  <a:pt x="5164139" y="4536991"/>
                </a:cubicBezTo>
                <a:lnTo>
                  <a:pt x="5164139" y="5094900"/>
                </a:lnTo>
                <a:cubicBezTo>
                  <a:pt x="5164139" y="5134892"/>
                  <a:pt x="5131719" y="5167312"/>
                  <a:pt x="5091727" y="5167312"/>
                </a:cubicBezTo>
                <a:lnTo>
                  <a:pt x="4546518" y="5167312"/>
                </a:lnTo>
                <a:cubicBezTo>
                  <a:pt x="4506526" y="5167312"/>
                  <a:pt x="4474106" y="5134892"/>
                  <a:pt x="4474106" y="5094900"/>
                </a:cubicBezTo>
                <a:lnTo>
                  <a:pt x="4474106" y="4694237"/>
                </a:lnTo>
                <a:lnTo>
                  <a:pt x="4472030" y="4694237"/>
                </a:lnTo>
                <a:cubicBezTo>
                  <a:pt x="4472030" y="4663315"/>
                  <a:pt x="4453229" y="4636783"/>
                  <a:pt x="4426435" y="4625450"/>
                </a:cubicBezTo>
                <a:lnTo>
                  <a:pt x="4405445" y="4621212"/>
                </a:lnTo>
                <a:lnTo>
                  <a:pt x="160633" y="4621212"/>
                </a:lnTo>
                <a:cubicBezTo>
                  <a:pt x="71918" y="4621212"/>
                  <a:pt x="0" y="4549294"/>
                  <a:pt x="0" y="4460579"/>
                </a:cubicBezTo>
                <a:lnTo>
                  <a:pt x="0" y="160633"/>
                </a:lnTo>
                <a:cubicBezTo>
                  <a:pt x="0" y="71918"/>
                  <a:pt x="71918" y="0"/>
                  <a:pt x="160633" y="0"/>
                </a:cubicBezTo>
                <a:close/>
              </a:path>
            </a:pathLst>
          </a:custGeom>
          <a:solidFill>
            <a:srgbClr val="CF1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4" name="Picture 9" descr="ricoh_lock_up_rgb_positive-0315"/>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665567" y="326332"/>
            <a:ext cx="2068314" cy="796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64937637"/>
      </p:ext>
    </p:extLst>
  </p:cSld>
  <p:clrMap bg1="lt1" tx1="dk1" bg2="lt2" tx2="dk2" accent1="accent1" accent2="accent2" accent3="accent3" accent4="accent4" accent5="accent5" accent6="accent6" hlink="hlink" folHlink="folHlink"/>
  <p:sldLayoutIdLst>
    <p:sldLayoutId id="2147483660" r:id="rId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ctr" defTabSz="914400" rtl="0" eaLnBrk="1" latinLnBrk="0" hangingPunct="1">
        <a:spcBef>
          <a:spcPct val="0"/>
        </a:spcBef>
        <a:buNone/>
        <a:defRPr sz="4400" kern="120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 name="直線コネクタ 4"/>
          <p:cNvCxnSpPr/>
          <p:nvPr/>
        </p:nvCxnSpPr>
        <p:spPr>
          <a:xfrm>
            <a:off x="503768" y="904640"/>
            <a:ext cx="11241617" cy="0"/>
          </a:xfrm>
          <a:prstGeom prst="line">
            <a:avLst/>
          </a:prstGeom>
          <a:ln>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5" name="Title Placeholder 4"/>
          <p:cNvSpPr>
            <a:spLocks noGrp="1"/>
          </p:cNvSpPr>
          <p:nvPr>
            <p:ph type="title"/>
          </p:nvPr>
        </p:nvSpPr>
        <p:spPr>
          <a:xfrm>
            <a:off x="1295400" y="201613"/>
            <a:ext cx="8352995" cy="610471"/>
          </a:xfrm>
          <a:prstGeom prst="rect">
            <a:avLst/>
          </a:prstGeom>
        </p:spPr>
        <p:txBody>
          <a:bodyPr vert="horz" lIns="91440" tIns="45720" rIns="91440" bIns="45720" rtlCol="0" anchor="ctr">
            <a:noAutofit/>
          </a:bodyPr>
          <a:lstStyle/>
          <a:p>
            <a:r>
              <a:rPr lang="de-DE"/>
              <a:t>Slide title. Arial~32pt Bold.</a:t>
            </a:r>
            <a:endParaRPr lang="en-GB"/>
          </a:p>
        </p:txBody>
      </p:sp>
      <p:sp>
        <p:nvSpPr>
          <p:cNvPr id="7" name="Date Placeholder 6"/>
          <p:cNvSpPr>
            <a:spLocks noGrp="1"/>
          </p:cNvSpPr>
          <p:nvPr>
            <p:ph type="dt" sz="half" idx="2"/>
          </p:nvPr>
        </p:nvSpPr>
        <p:spPr>
          <a:xfrm>
            <a:off x="503767" y="6506368"/>
            <a:ext cx="887711" cy="184666"/>
          </a:xfrm>
          <a:prstGeom prst="rect">
            <a:avLst/>
          </a:prstGeom>
          <a:noFill/>
        </p:spPr>
        <p:txBody>
          <a:bodyPr wrap="square" rtlCol="0">
            <a:spAutoFit/>
          </a:bodyPr>
          <a:lstStyle>
            <a:lvl1pPr>
              <a:defRPr lang="en-GB" sz="600" kern="0" baseline="0" smtClean="0">
                <a:solidFill>
                  <a:srgbClr val="717171"/>
                </a:solidFill>
                <a:latin typeface="Arial" pitchFamily="34" charset="0"/>
              </a:defRPr>
            </a:lvl1pPr>
          </a:lstStyle>
          <a:p>
            <a:fld id="{A75A6210-D5B1-47D6-8546-22B8E9CA5FBF}" type="datetimeFigureOut">
              <a:rPr lang="en-GB" smtClean="0"/>
              <a:pPr/>
              <a:t>26/03/2026</a:t>
            </a:fld>
            <a:endParaRPr lang="en-GB"/>
          </a:p>
        </p:txBody>
      </p:sp>
      <p:sp>
        <p:nvSpPr>
          <p:cNvPr id="8" name="Footer Placeholder 7"/>
          <p:cNvSpPr>
            <a:spLocks noGrp="1"/>
          </p:cNvSpPr>
          <p:nvPr>
            <p:ph type="ftr" sz="quarter" idx="3"/>
          </p:nvPr>
        </p:nvSpPr>
        <p:spPr>
          <a:xfrm>
            <a:off x="3055673" y="6506368"/>
            <a:ext cx="6101027" cy="184666"/>
          </a:xfrm>
          <a:prstGeom prst="rect">
            <a:avLst/>
          </a:prstGeom>
          <a:noFill/>
        </p:spPr>
        <p:txBody>
          <a:bodyPr wrap="square" rtlCol="0">
            <a:spAutoFit/>
          </a:bodyPr>
          <a:lstStyle>
            <a:lvl1pPr marL="0" algn="ctr" defTabSz="914400" rtl="0" eaLnBrk="1" latinLnBrk="0" hangingPunct="1">
              <a:defRPr lang="en-GB" sz="600" kern="0" baseline="0" dirty="0">
                <a:solidFill>
                  <a:srgbClr val="717171"/>
                </a:solidFill>
                <a:latin typeface="Arial" pitchFamily="34" charset="0"/>
              </a:defRPr>
            </a:lvl1pPr>
          </a:lstStyle>
          <a:p>
            <a:r>
              <a:rPr lang="en-GB"/>
              <a:t>Version: [###] Classification: Internal  Owner: [Insert name] </a:t>
            </a:r>
          </a:p>
        </p:txBody>
      </p:sp>
      <p:sp>
        <p:nvSpPr>
          <p:cNvPr id="9" name="Slide Number Placeholder 8"/>
          <p:cNvSpPr>
            <a:spLocks noGrp="1"/>
          </p:cNvSpPr>
          <p:nvPr>
            <p:ph type="sldNum" sz="quarter" idx="4"/>
          </p:nvPr>
        </p:nvSpPr>
        <p:spPr>
          <a:xfrm>
            <a:off x="11095567" y="6514153"/>
            <a:ext cx="655013" cy="184666"/>
          </a:xfrm>
          <a:prstGeom prst="rect">
            <a:avLst/>
          </a:prstGeom>
          <a:noFill/>
        </p:spPr>
        <p:txBody>
          <a:bodyPr wrap="square" rtlCol="0">
            <a:spAutoFit/>
          </a:bodyPr>
          <a:lstStyle>
            <a:lvl1pPr>
              <a:defRPr lang="en-GB" sz="600" smtClean="0">
                <a:solidFill>
                  <a:srgbClr val="717171"/>
                </a:solidFill>
              </a:defRPr>
            </a:lvl1pPr>
          </a:lstStyle>
          <a:p>
            <a:pPr algn="r"/>
            <a:fld id="{4573338B-48E0-4503-8458-50861A84B1DB}" type="slidenum">
              <a:rPr lang="en-GB" smtClean="0"/>
              <a:pPr algn="r"/>
              <a:t>‹#›</a:t>
            </a:fld>
            <a:endParaRPr lang="en-GB"/>
          </a:p>
        </p:txBody>
      </p:sp>
      <p:sp>
        <p:nvSpPr>
          <p:cNvPr id="3" name="Text Placeholder 2"/>
          <p:cNvSpPr>
            <a:spLocks noGrp="1"/>
          </p:cNvSpPr>
          <p:nvPr>
            <p:ph type="body" idx="1"/>
          </p:nvPr>
        </p:nvSpPr>
        <p:spPr>
          <a:xfrm>
            <a:off x="497418" y="1565276"/>
            <a:ext cx="11247967" cy="456088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laque 10"/>
          <p:cNvSpPr/>
          <p:nvPr userDrawn="1"/>
        </p:nvSpPr>
        <p:spPr>
          <a:xfrm>
            <a:off x="503768" y="299128"/>
            <a:ext cx="441325" cy="442912"/>
          </a:xfrm>
          <a:custGeom>
            <a:avLst/>
            <a:gdLst/>
            <a:ahLst/>
            <a:cxnLst/>
            <a:rect l="l" t="t" r="r" b="b"/>
            <a:pathLst>
              <a:path w="5164139" h="5167312">
                <a:moveTo>
                  <a:pt x="160633" y="0"/>
                </a:moveTo>
                <a:lnTo>
                  <a:pt x="4471692" y="0"/>
                </a:lnTo>
                <a:cubicBezTo>
                  <a:pt x="4560407" y="0"/>
                  <a:pt x="4632325" y="71918"/>
                  <a:pt x="4632325" y="160633"/>
                </a:cubicBezTo>
                <a:lnTo>
                  <a:pt x="4632325" y="4389438"/>
                </a:lnTo>
                <a:lnTo>
                  <a:pt x="4637047" y="4389438"/>
                </a:lnTo>
                <a:cubicBezTo>
                  <a:pt x="4637047" y="4430668"/>
                  <a:pt x="4670471" y="4464092"/>
                  <a:pt x="4711701" y="4464092"/>
                </a:cubicBezTo>
                <a:lnTo>
                  <a:pt x="4711701" y="4464579"/>
                </a:lnTo>
                <a:lnTo>
                  <a:pt x="5091727" y="4464579"/>
                </a:lnTo>
                <a:cubicBezTo>
                  <a:pt x="5131719" y="4464579"/>
                  <a:pt x="5164139" y="4496999"/>
                  <a:pt x="5164139" y="4536991"/>
                </a:cubicBezTo>
                <a:lnTo>
                  <a:pt x="5164139" y="5094900"/>
                </a:lnTo>
                <a:cubicBezTo>
                  <a:pt x="5164139" y="5134892"/>
                  <a:pt x="5131719" y="5167312"/>
                  <a:pt x="5091727" y="5167312"/>
                </a:cubicBezTo>
                <a:lnTo>
                  <a:pt x="4546518" y="5167312"/>
                </a:lnTo>
                <a:cubicBezTo>
                  <a:pt x="4506526" y="5167312"/>
                  <a:pt x="4474106" y="5134892"/>
                  <a:pt x="4474106" y="5094900"/>
                </a:cubicBezTo>
                <a:lnTo>
                  <a:pt x="4474106" y="4694237"/>
                </a:lnTo>
                <a:lnTo>
                  <a:pt x="4472030" y="4694237"/>
                </a:lnTo>
                <a:cubicBezTo>
                  <a:pt x="4472030" y="4663315"/>
                  <a:pt x="4453229" y="4636783"/>
                  <a:pt x="4426435" y="4625450"/>
                </a:cubicBezTo>
                <a:lnTo>
                  <a:pt x="4405445" y="4621212"/>
                </a:lnTo>
                <a:lnTo>
                  <a:pt x="160633" y="4621212"/>
                </a:lnTo>
                <a:cubicBezTo>
                  <a:pt x="71918" y="4621212"/>
                  <a:pt x="0" y="4549294"/>
                  <a:pt x="0" y="4460579"/>
                </a:cubicBezTo>
                <a:lnTo>
                  <a:pt x="0" y="160633"/>
                </a:lnTo>
                <a:cubicBezTo>
                  <a:pt x="0" y="71918"/>
                  <a:pt x="71918" y="0"/>
                  <a:pt x="160633" y="0"/>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11" name="Picture 9" descr="ricoh_lock_up_rgb_positive-0315"/>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0325504" y="238168"/>
            <a:ext cx="149225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84799794"/>
      </p:ext>
    </p:extLst>
  </p:cSld>
  <p:clrMap bg1="lt1" tx1="dk1" bg2="lt2" tx2="dk2" accent1="accent1" accent2="accent2" accent3="accent3" accent4="accent4" accent5="accent5" accent6="accent6" hlink="hlink" folHlink="folHlink"/>
  <p:sldLayoutIdLst>
    <p:sldLayoutId id="2147483904" r:id="rId1"/>
    <p:sldLayoutId id="2147483919" r:id="rId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spcBef>
          <a:spcPct val="0"/>
        </a:spcBef>
        <a:buNone/>
        <a:defRPr sz="3200" b="1" kern="1200">
          <a:solidFill>
            <a:schemeClr val="tx1"/>
          </a:solidFill>
          <a:latin typeface="+mj-lt"/>
          <a:ea typeface="+mj-ea"/>
          <a:cs typeface="+mj-cs"/>
        </a:defRPr>
      </a:lvl1pPr>
    </p:titleStyle>
    <p:bodyStyle>
      <a:lvl1pPr marL="342900" indent="-342900" algn="l" defTabSz="914400" rtl="0" eaLnBrk="1" latinLnBrk="0" hangingPunct="1">
        <a:spcBef>
          <a:spcPct val="20000"/>
        </a:spcBef>
        <a:buClr>
          <a:schemeClr val="accent1"/>
        </a:buClr>
        <a:buFont typeface="Wingdings" pitchFamily="2" charset="2"/>
        <a:buChar char="§"/>
        <a:defRPr lang="en-US" sz="2800" kern="1200" dirty="0" smtClean="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lang="en-US" sz="2000" kern="1200" dirty="0" smtClean="0">
          <a:solidFill>
            <a:schemeClr val="tx1"/>
          </a:solidFill>
          <a:latin typeface="+mn-lt"/>
          <a:ea typeface="+mn-ea"/>
          <a:cs typeface="+mn-cs"/>
        </a:defRPr>
      </a:lvl2pPr>
      <a:lvl3pPr marL="1143000" indent="-228600" algn="l" defTabSz="914400" rtl="0" eaLnBrk="1" latinLnBrk="0" hangingPunct="1">
        <a:spcBef>
          <a:spcPct val="20000"/>
        </a:spcBef>
        <a:buClr>
          <a:schemeClr val="accent1"/>
        </a:buClr>
        <a:buFont typeface="Arial" pitchFamily="34" charset="0"/>
        <a:buChar char="•"/>
        <a:defRPr lang="en-US" sz="1800" kern="1200" dirty="0" smtClean="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lang="en-US" sz="2000" kern="1200" dirty="0" smtClean="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lang="en-GB" sz="2000" kern="1200" dirty="0" smtClean="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 name="直線コネクタ 4"/>
          <p:cNvCxnSpPr/>
          <p:nvPr/>
        </p:nvCxnSpPr>
        <p:spPr>
          <a:xfrm>
            <a:off x="503238" y="904875"/>
            <a:ext cx="11242675" cy="0"/>
          </a:xfrm>
          <a:prstGeom prst="line">
            <a:avLst/>
          </a:prstGeom>
          <a:ln>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2051" name="Title Placeholder 4"/>
          <p:cNvSpPr>
            <a:spLocks noGrp="1"/>
          </p:cNvSpPr>
          <p:nvPr>
            <p:ph type="title"/>
          </p:nvPr>
        </p:nvSpPr>
        <p:spPr bwMode="auto">
          <a:xfrm>
            <a:off x="1295400" y="201613"/>
            <a:ext cx="8353425" cy="61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de-DE" altLang="en-US"/>
              <a:t>Slide title. Arial~28pt Bold.</a:t>
            </a:r>
            <a:endParaRPr lang="en-GB" altLang="en-US"/>
          </a:p>
        </p:txBody>
      </p:sp>
      <p:sp>
        <p:nvSpPr>
          <p:cNvPr id="2052" name="Text Placeholder 2"/>
          <p:cNvSpPr>
            <a:spLocks noGrp="1"/>
          </p:cNvSpPr>
          <p:nvPr>
            <p:ph type="body" idx="1"/>
          </p:nvPr>
        </p:nvSpPr>
        <p:spPr bwMode="auto">
          <a:xfrm>
            <a:off x="496888" y="1565275"/>
            <a:ext cx="11249025" cy="456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0" name="Plaque 10"/>
          <p:cNvSpPr/>
          <p:nvPr/>
        </p:nvSpPr>
        <p:spPr>
          <a:xfrm>
            <a:off x="503238" y="298450"/>
            <a:ext cx="441325" cy="442913"/>
          </a:xfrm>
          <a:custGeom>
            <a:avLst/>
            <a:gdLst/>
            <a:ahLst/>
            <a:cxnLst/>
            <a:rect l="l" t="t" r="r" b="b"/>
            <a:pathLst>
              <a:path w="5164139" h="5167312">
                <a:moveTo>
                  <a:pt x="160633" y="0"/>
                </a:moveTo>
                <a:lnTo>
                  <a:pt x="4471692" y="0"/>
                </a:lnTo>
                <a:cubicBezTo>
                  <a:pt x="4560407" y="0"/>
                  <a:pt x="4632325" y="71918"/>
                  <a:pt x="4632325" y="160633"/>
                </a:cubicBezTo>
                <a:lnTo>
                  <a:pt x="4632325" y="4389438"/>
                </a:lnTo>
                <a:lnTo>
                  <a:pt x="4637047" y="4389438"/>
                </a:lnTo>
                <a:cubicBezTo>
                  <a:pt x="4637047" y="4430668"/>
                  <a:pt x="4670471" y="4464092"/>
                  <a:pt x="4711701" y="4464092"/>
                </a:cubicBezTo>
                <a:lnTo>
                  <a:pt x="4711701" y="4464579"/>
                </a:lnTo>
                <a:lnTo>
                  <a:pt x="5091727" y="4464579"/>
                </a:lnTo>
                <a:cubicBezTo>
                  <a:pt x="5131719" y="4464579"/>
                  <a:pt x="5164139" y="4496999"/>
                  <a:pt x="5164139" y="4536991"/>
                </a:cubicBezTo>
                <a:lnTo>
                  <a:pt x="5164139" y="5094900"/>
                </a:lnTo>
                <a:cubicBezTo>
                  <a:pt x="5164139" y="5134892"/>
                  <a:pt x="5131719" y="5167312"/>
                  <a:pt x="5091727" y="5167312"/>
                </a:cubicBezTo>
                <a:lnTo>
                  <a:pt x="4546518" y="5167312"/>
                </a:lnTo>
                <a:cubicBezTo>
                  <a:pt x="4506526" y="5167312"/>
                  <a:pt x="4474106" y="5134892"/>
                  <a:pt x="4474106" y="5094900"/>
                </a:cubicBezTo>
                <a:lnTo>
                  <a:pt x="4474106" y="4694237"/>
                </a:lnTo>
                <a:lnTo>
                  <a:pt x="4472030" y="4694237"/>
                </a:lnTo>
                <a:cubicBezTo>
                  <a:pt x="4472030" y="4663315"/>
                  <a:pt x="4453229" y="4636783"/>
                  <a:pt x="4426435" y="4625450"/>
                </a:cubicBezTo>
                <a:lnTo>
                  <a:pt x="4405445" y="4621212"/>
                </a:lnTo>
                <a:lnTo>
                  <a:pt x="160633" y="4621212"/>
                </a:lnTo>
                <a:cubicBezTo>
                  <a:pt x="71918" y="4621212"/>
                  <a:pt x="0" y="4549294"/>
                  <a:pt x="0" y="4460579"/>
                </a:cubicBezTo>
                <a:lnTo>
                  <a:pt x="0" y="160633"/>
                </a:lnTo>
                <a:cubicBezTo>
                  <a:pt x="0" y="71918"/>
                  <a:pt x="71918" y="0"/>
                  <a:pt x="160633" y="0"/>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2054" name="Picture 9" descr="ricoh_lock_up_rgb_positive-0315"/>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10325100" y="238125"/>
            <a:ext cx="149225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95794913"/>
      </p:ext>
    </p:extLst>
  </p:cSld>
  <p:clrMap bg1="lt1" tx1="dk1" bg2="lt2" tx2="dk2" accent1="accent1" accent2="accent2" accent3="accent3" accent4="accent4" accent5="accent5" accent6="accent6" hlink="hlink" folHlink="folHlink"/>
  <p:sldLayoutIdLst>
    <p:sldLayoutId id="2147483906" r:id="rId1"/>
    <p:sldLayoutId id="2147483907" r:id="rId2"/>
    <p:sldLayoutId id="2147483908" r:id="rId3"/>
    <p:sldLayoutId id="2147483909" r:id="rId4"/>
    <p:sldLayoutId id="2147483910" r:id="rId5"/>
    <p:sldLayoutId id="2147483911" r:id="rId6"/>
    <p:sldLayoutId id="2147483912" r:id="rId7"/>
    <p:sldLayoutId id="2147483913" r:id="rId8"/>
    <p:sldLayoutId id="2147483914" r:id="rId9"/>
    <p:sldLayoutId id="2147483915" r:id="rId10"/>
    <p:sldLayoutId id="2147483916" r:id="rId11"/>
    <p:sldLayoutId id="2147483917" r:id="rId12"/>
    <p:sldLayoutId id="2147483918" r:id="rId13"/>
  </p:sldLayoutIdLst>
  <p:transition spd="med">
    <p:fade/>
  </p:transition>
  <p:hf hdr="0"/>
  <p:txStyles>
    <p:titleStyle>
      <a:lvl1pPr algn="l" rtl="0" eaLnBrk="0" fontAlgn="base" hangingPunct="0">
        <a:spcBef>
          <a:spcPct val="0"/>
        </a:spcBef>
        <a:spcAft>
          <a:spcPct val="0"/>
        </a:spcAft>
        <a:defRPr sz="2800" b="1" kern="1200">
          <a:solidFill>
            <a:schemeClr val="tx1"/>
          </a:solidFill>
          <a:latin typeface="Calibri" panose="020F0502020204030204" pitchFamily="34" charset="0"/>
          <a:ea typeface="+mj-ea"/>
          <a:cs typeface="Calibri" panose="020F0502020204030204" pitchFamily="34" charset="0"/>
        </a:defRPr>
      </a:lvl1pPr>
      <a:lvl2pPr algn="l" rtl="0" eaLnBrk="0" fontAlgn="base" hangingPunct="0">
        <a:spcBef>
          <a:spcPct val="0"/>
        </a:spcBef>
        <a:spcAft>
          <a:spcPct val="0"/>
        </a:spcAft>
        <a:defRPr sz="2800" b="1">
          <a:solidFill>
            <a:schemeClr val="tx1"/>
          </a:solidFill>
          <a:latin typeface="Arial" panose="020B0604020202020204" pitchFamily="34" charset="0"/>
        </a:defRPr>
      </a:lvl2pPr>
      <a:lvl3pPr algn="l" rtl="0" eaLnBrk="0" fontAlgn="base" hangingPunct="0">
        <a:spcBef>
          <a:spcPct val="0"/>
        </a:spcBef>
        <a:spcAft>
          <a:spcPct val="0"/>
        </a:spcAft>
        <a:defRPr sz="2800" b="1">
          <a:solidFill>
            <a:schemeClr val="tx1"/>
          </a:solidFill>
          <a:latin typeface="Arial" panose="020B0604020202020204" pitchFamily="34" charset="0"/>
        </a:defRPr>
      </a:lvl3pPr>
      <a:lvl4pPr algn="l" rtl="0" eaLnBrk="0" fontAlgn="base" hangingPunct="0">
        <a:spcBef>
          <a:spcPct val="0"/>
        </a:spcBef>
        <a:spcAft>
          <a:spcPct val="0"/>
        </a:spcAft>
        <a:defRPr sz="2800" b="1">
          <a:solidFill>
            <a:schemeClr val="tx1"/>
          </a:solidFill>
          <a:latin typeface="Arial" panose="020B0604020202020204" pitchFamily="34" charset="0"/>
        </a:defRPr>
      </a:lvl4pPr>
      <a:lvl5pPr algn="l" rtl="0" eaLnBrk="0" fontAlgn="base" hangingPunct="0">
        <a:spcBef>
          <a:spcPct val="0"/>
        </a:spcBef>
        <a:spcAft>
          <a:spcPct val="0"/>
        </a:spcAft>
        <a:defRPr sz="2800" b="1">
          <a:solidFill>
            <a:schemeClr val="tx1"/>
          </a:solidFill>
          <a:latin typeface="Arial" panose="020B0604020202020204" pitchFamily="34" charset="0"/>
        </a:defRPr>
      </a:lvl5pPr>
      <a:lvl6pPr marL="457200" algn="l" rtl="0" fontAlgn="base">
        <a:spcBef>
          <a:spcPct val="0"/>
        </a:spcBef>
        <a:spcAft>
          <a:spcPct val="0"/>
        </a:spcAft>
        <a:defRPr sz="2800" b="1">
          <a:solidFill>
            <a:schemeClr val="tx1"/>
          </a:solidFill>
          <a:latin typeface="Arial" panose="020B0604020202020204" pitchFamily="34" charset="0"/>
        </a:defRPr>
      </a:lvl6pPr>
      <a:lvl7pPr marL="914400" algn="l" rtl="0" fontAlgn="base">
        <a:spcBef>
          <a:spcPct val="0"/>
        </a:spcBef>
        <a:spcAft>
          <a:spcPct val="0"/>
        </a:spcAft>
        <a:defRPr sz="2800" b="1">
          <a:solidFill>
            <a:schemeClr val="tx1"/>
          </a:solidFill>
          <a:latin typeface="Arial" panose="020B0604020202020204" pitchFamily="34" charset="0"/>
        </a:defRPr>
      </a:lvl7pPr>
      <a:lvl8pPr marL="1371600" algn="l" rtl="0" fontAlgn="base">
        <a:spcBef>
          <a:spcPct val="0"/>
        </a:spcBef>
        <a:spcAft>
          <a:spcPct val="0"/>
        </a:spcAft>
        <a:defRPr sz="2800" b="1">
          <a:solidFill>
            <a:schemeClr val="tx1"/>
          </a:solidFill>
          <a:latin typeface="Arial" panose="020B0604020202020204" pitchFamily="34" charset="0"/>
        </a:defRPr>
      </a:lvl8pPr>
      <a:lvl9pPr marL="1828800" algn="l" rtl="0" fontAlgn="base">
        <a:spcBef>
          <a:spcPct val="0"/>
        </a:spcBef>
        <a:spcAft>
          <a:spcPct val="0"/>
        </a:spcAft>
        <a:defRPr sz="2800" b="1">
          <a:solidFill>
            <a:schemeClr val="tx1"/>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accent1"/>
        </a:buClr>
        <a:buFont typeface="Wingdings" panose="05000000000000000000" pitchFamily="2" charset="2"/>
        <a:buChar char="§"/>
        <a:defRPr lang="en-US" sz="2400" kern="1200" dirty="0">
          <a:solidFill>
            <a:schemeClr val="tx1"/>
          </a:solidFill>
          <a:latin typeface="Calibri" panose="020F0502020204030204" pitchFamily="34" charset="0"/>
          <a:ea typeface="+mn-ea"/>
          <a:cs typeface="Calibri" panose="020F0502020204030204" pitchFamily="34" charset="0"/>
        </a:defRPr>
      </a:lvl1pPr>
      <a:lvl2pPr marL="742950" indent="-285750" algn="l" rtl="0" eaLnBrk="0" fontAlgn="base" hangingPunct="0">
        <a:spcBef>
          <a:spcPct val="20000"/>
        </a:spcBef>
        <a:spcAft>
          <a:spcPct val="0"/>
        </a:spcAft>
        <a:buClr>
          <a:srgbClr val="C00000"/>
        </a:buClr>
        <a:buFont typeface="Wingdings" panose="05000000000000000000" pitchFamily="2" charset="2"/>
        <a:buChar char="§"/>
        <a:defRPr lang="en-US" sz="2000" kern="1200" dirty="0">
          <a:solidFill>
            <a:schemeClr val="tx1"/>
          </a:solidFill>
          <a:latin typeface="Calibri" panose="020F0502020204030204" pitchFamily="34" charset="0"/>
          <a:ea typeface="+mn-ea"/>
          <a:cs typeface="Calibri" panose="020F0502020204030204" pitchFamily="34" charset="0"/>
        </a:defRPr>
      </a:lvl2pPr>
      <a:lvl3pPr marL="1143000" indent="-228600" algn="l" rtl="0" eaLnBrk="0" fontAlgn="base" hangingPunct="0">
        <a:spcBef>
          <a:spcPct val="20000"/>
        </a:spcBef>
        <a:spcAft>
          <a:spcPct val="0"/>
        </a:spcAft>
        <a:buClr>
          <a:schemeClr val="accent1"/>
        </a:buClr>
        <a:buFont typeface="Wingdings" panose="05000000000000000000" pitchFamily="2" charset="2"/>
        <a:buChar char="§"/>
        <a:defRPr lang="en-US" kern="1200" dirty="0">
          <a:solidFill>
            <a:schemeClr val="tx1"/>
          </a:solidFill>
          <a:latin typeface="Calibri" panose="020F0502020204030204" pitchFamily="34" charset="0"/>
          <a:ea typeface="+mn-ea"/>
          <a:cs typeface="Calibri" panose="020F0502020204030204" pitchFamily="34" charset="0"/>
        </a:defRPr>
      </a:lvl3pPr>
      <a:lvl4pPr marL="1600200" indent="-228600" algn="l" rtl="0" eaLnBrk="0" fontAlgn="base" hangingPunct="0">
        <a:spcBef>
          <a:spcPct val="20000"/>
        </a:spcBef>
        <a:spcAft>
          <a:spcPct val="0"/>
        </a:spcAft>
        <a:buClr>
          <a:srgbClr val="C00000"/>
        </a:buClr>
        <a:buFont typeface="Wingdings" panose="05000000000000000000" pitchFamily="2" charset="2"/>
        <a:buChar char="§"/>
        <a:defRPr lang="en-US" sz="2000" kern="1200" dirty="0">
          <a:solidFill>
            <a:schemeClr val="tx1"/>
          </a:solidFill>
          <a:latin typeface="Calibri" panose="020F0502020204030204" pitchFamily="34" charset="0"/>
          <a:ea typeface="+mn-ea"/>
          <a:cs typeface="Calibri" panose="020F0502020204030204" pitchFamily="34" charset="0"/>
        </a:defRPr>
      </a:lvl4pPr>
      <a:lvl5pPr marL="2057400" indent="-228600" algn="l" rtl="0" eaLnBrk="0" fontAlgn="base" hangingPunct="0">
        <a:spcBef>
          <a:spcPct val="20000"/>
        </a:spcBef>
        <a:spcAft>
          <a:spcPct val="0"/>
        </a:spcAft>
        <a:buClr>
          <a:srgbClr val="C00000"/>
        </a:buClr>
        <a:buFont typeface="Wingdings" panose="05000000000000000000" pitchFamily="2" charset="2"/>
        <a:buChar char="§"/>
        <a:defRPr lang="en-GB" sz="2000" kern="1200" dirty="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7"/>
          </p:nvPr>
        </p:nvSpPr>
        <p:spPr>
          <a:xfrm>
            <a:off x="478972" y="5724744"/>
            <a:ext cx="4433177" cy="523656"/>
          </a:xfrm>
        </p:spPr>
        <p:txBody>
          <a:bodyPr/>
          <a:lstStyle/>
          <a:p>
            <a:r>
              <a:rPr lang="ja-JP" altLang="en-US" sz="2000" dirty="0">
                <a:latin typeface="meiryo ui"/>
                <a:ea typeface="meiryo ui"/>
              </a:rPr>
              <a:t>安渡 翼</a:t>
            </a:r>
            <a:endParaRPr lang="en-US" altLang="ja-JP" sz="2000" dirty="0">
              <a:latin typeface="meiryo ui"/>
              <a:ea typeface="meiryo ui"/>
            </a:endParaRPr>
          </a:p>
        </p:txBody>
      </p:sp>
      <p:sp>
        <p:nvSpPr>
          <p:cNvPr id="5" name="Title 4"/>
          <p:cNvSpPr>
            <a:spLocks noGrp="1"/>
          </p:cNvSpPr>
          <p:nvPr>
            <p:ph type="title"/>
          </p:nvPr>
        </p:nvSpPr>
        <p:spPr>
          <a:xfrm>
            <a:off x="480765" y="444292"/>
            <a:ext cx="3123826" cy="3011427"/>
          </a:xfrm>
        </p:spPr>
        <p:txBody>
          <a:bodyPr/>
          <a:lstStyle/>
          <a:p>
            <a:r>
              <a:rPr lang="en-US" altLang="ja-JP" dirty="0"/>
              <a:t>JS</a:t>
            </a:r>
            <a:r>
              <a:rPr lang="ja-JP" altLang="en-US" dirty="0"/>
              <a:t>研修</a:t>
            </a:r>
            <a:br>
              <a:rPr lang="en-US" altLang="ja-JP" dirty="0"/>
            </a:br>
            <a:r>
              <a:rPr lang="ja-JP" altLang="en-US" dirty="0"/>
              <a:t>成果発表</a:t>
            </a:r>
            <a:endParaRPr lang="en-GB" dirty="0"/>
          </a:p>
        </p:txBody>
      </p:sp>
      <p:sp>
        <p:nvSpPr>
          <p:cNvPr id="6" name="Text Placeholder 5"/>
          <p:cNvSpPr>
            <a:spLocks noGrp="1"/>
          </p:cNvSpPr>
          <p:nvPr>
            <p:ph type="body" sz="quarter" idx="16"/>
          </p:nvPr>
        </p:nvSpPr>
        <p:spPr>
          <a:xfrm>
            <a:off x="478972" y="5212164"/>
            <a:ext cx="3378653" cy="320040"/>
          </a:xfrm>
        </p:spPr>
        <p:txBody>
          <a:bodyPr/>
          <a:lstStyle/>
          <a:p>
            <a:r>
              <a:rPr lang="en-US" sz="2000" dirty="0"/>
              <a:t>2026/3/27</a:t>
            </a:r>
            <a:r>
              <a:rPr lang="ja-JP" altLang="en-US" sz="2000" dirty="0"/>
              <a:t> </a:t>
            </a:r>
            <a:endParaRPr lang="en-GB" sz="2000" dirty="0"/>
          </a:p>
        </p:txBody>
      </p:sp>
    </p:spTree>
    <p:extLst>
      <p:ext uri="{BB962C8B-B14F-4D97-AF65-F5344CB8AC3E}">
        <p14:creationId xmlns:p14="http://schemas.microsoft.com/office/powerpoint/2010/main" val="943462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FD7A9712-FC00-3D3D-C9AA-632C9F267A26}"/>
              </a:ext>
            </a:extLst>
          </p:cNvPr>
          <p:cNvSpPr>
            <a:spLocks noGrp="1"/>
          </p:cNvSpPr>
          <p:nvPr>
            <p:ph type="body" sz="quarter" idx="10"/>
          </p:nvPr>
        </p:nvSpPr>
        <p:spPr/>
        <p:txBody>
          <a:bodyPr/>
          <a:lstStyle/>
          <a:p>
            <a:r>
              <a:rPr kumimoji="1" lang="ja-JP" altLang="en-US" dirty="0"/>
              <a:t>アジェンダ</a:t>
            </a:r>
          </a:p>
        </p:txBody>
      </p:sp>
      <p:sp>
        <p:nvSpPr>
          <p:cNvPr id="3" name="コンテンツ プレースホルダー 2">
            <a:extLst>
              <a:ext uri="{FF2B5EF4-FFF2-40B4-BE49-F238E27FC236}">
                <a16:creationId xmlns:a16="http://schemas.microsoft.com/office/drawing/2014/main" id="{DC0604A9-932F-B1A1-2D2B-7BB677C0AA08}"/>
              </a:ext>
            </a:extLst>
          </p:cNvPr>
          <p:cNvSpPr>
            <a:spLocks noGrp="1"/>
          </p:cNvSpPr>
          <p:nvPr>
            <p:ph sz="quarter" idx="19"/>
          </p:nvPr>
        </p:nvSpPr>
        <p:spPr/>
        <p:txBody>
          <a:bodyPr>
            <a:normAutofit fontScale="92500"/>
          </a:bodyPr>
          <a:lstStyle/>
          <a:p>
            <a:endParaRPr kumimoji="1" lang="ja-JP" altLang="en-US"/>
          </a:p>
        </p:txBody>
      </p:sp>
      <p:sp>
        <p:nvSpPr>
          <p:cNvPr id="5" name="テキスト ボックス 4">
            <a:extLst>
              <a:ext uri="{FF2B5EF4-FFF2-40B4-BE49-F238E27FC236}">
                <a16:creationId xmlns:a16="http://schemas.microsoft.com/office/drawing/2014/main" id="{2875EC3B-2E3D-CCBB-03B0-4149DDE8BB35}"/>
              </a:ext>
            </a:extLst>
          </p:cNvPr>
          <p:cNvSpPr txBox="1"/>
          <p:nvPr/>
        </p:nvSpPr>
        <p:spPr>
          <a:xfrm>
            <a:off x="533400" y="1390650"/>
            <a:ext cx="11525250" cy="4893647"/>
          </a:xfrm>
          <a:prstGeom prst="rect">
            <a:avLst/>
          </a:prstGeom>
          <a:noFill/>
        </p:spPr>
        <p:txBody>
          <a:bodyPr wrap="square" rtlCol="0">
            <a:spAutoFit/>
          </a:bodyPr>
          <a:lstStyle/>
          <a:p>
            <a:pPr marL="342900" indent="-342900">
              <a:buFont typeface="Wingdings" panose="05000000000000000000" pitchFamily="2" charset="2"/>
              <a:buChar char="n"/>
            </a:pPr>
            <a:r>
              <a:rPr lang="ja-JP" altLang="en-US" sz="2400" dirty="0"/>
              <a:t>研修の振り返り</a:t>
            </a:r>
            <a:endParaRPr lang="en-US" altLang="ja-JP" sz="2400" dirty="0"/>
          </a:p>
          <a:p>
            <a:pPr marL="800100" lvl="1" indent="-342900">
              <a:buFont typeface="Arial" panose="020B0604020202020204" pitchFamily="34" charset="0"/>
              <a:buChar char="•"/>
            </a:pPr>
            <a:r>
              <a:rPr lang="ja-JP" altLang="en-US" sz="2400" dirty="0"/>
              <a:t>研修の成果</a:t>
            </a:r>
            <a:r>
              <a:rPr lang="en-US" altLang="ja-JP" sz="2400" dirty="0"/>
              <a:t>(</a:t>
            </a:r>
            <a:r>
              <a:rPr lang="ja-JP" altLang="en-US" sz="2400" dirty="0"/>
              <a:t>学んだこと</a:t>
            </a:r>
            <a:r>
              <a:rPr lang="en-US" altLang="ja-JP" sz="2400" dirty="0"/>
              <a:t>)</a:t>
            </a:r>
          </a:p>
          <a:p>
            <a:pPr marL="800100" lvl="1" indent="-342900">
              <a:buFont typeface="Arial" panose="020B0604020202020204" pitchFamily="34" charset="0"/>
              <a:buChar char="•"/>
            </a:pPr>
            <a:r>
              <a:rPr kumimoji="1" lang="ja-JP" altLang="en-US" sz="2400" dirty="0"/>
              <a:t>研修で苦労したこと</a:t>
            </a:r>
            <a:endParaRPr kumimoji="1" lang="en-US" altLang="ja-JP" sz="2400" dirty="0"/>
          </a:p>
          <a:p>
            <a:pPr marL="800100" lvl="1" indent="-342900">
              <a:buFont typeface="Arial" panose="020B0604020202020204" pitchFamily="34" charset="0"/>
              <a:buChar char="•"/>
            </a:pPr>
            <a:r>
              <a:rPr lang="ja-JP" altLang="en-US" sz="2400" dirty="0"/>
              <a:t>今後研修をうける人たちへのアドバイス</a:t>
            </a:r>
            <a:endParaRPr lang="en-US" altLang="ja-JP" sz="2400" dirty="0"/>
          </a:p>
          <a:p>
            <a:pPr marL="800100" lvl="1" indent="-342900">
              <a:buFont typeface="Arial" panose="020B0604020202020204" pitchFamily="34" charset="0"/>
              <a:buChar char="•"/>
            </a:pPr>
            <a:r>
              <a:rPr lang="ja-JP" altLang="en-US" sz="2400" dirty="0"/>
              <a:t>講師陣へのアドバイス</a:t>
            </a:r>
            <a:endParaRPr lang="en-US" altLang="ja-JP" sz="2400" dirty="0"/>
          </a:p>
          <a:p>
            <a:pPr marL="800100" lvl="1" indent="-342900">
              <a:buFont typeface="Arial" panose="020B0604020202020204" pitchFamily="34" charset="0"/>
              <a:buChar char="•"/>
            </a:pPr>
            <a:r>
              <a:rPr lang="ja-JP" altLang="en-US" sz="2400" dirty="0"/>
              <a:t>研修成果の実務への活用</a:t>
            </a:r>
            <a:endParaRPr lang="en-US" altLang="ja-JP" sz="2400" dirty="0"/>
          </a:p>
          <a:p>
            <a:pPr marL="800100" lvl="1" indent="-342900">
              <a:buFont typeface="Arial" panose="020B0604020202020204" pitchFamily="34" charset="0"/>
              <a:buChar char="•"/>
            </a:pPr>
            <a:endParaRPr lang="en-US" altLang="ja-JP" sz="2400" dirty="0"/>
          </a:p>
          <a:p>
            <a:pPr marL="342900" indent="-342900">
              <a:buFont typeface="Wingdings" panose="05000000000000000000" pitchFamily="2" charset="2"/>
              <a:buChar char="n"/>
            </a:pPr>
            <a:r>
              <a:rPr lang="ja-JP" altLang="en-US" sz="2400" dirty="0"/>
              <a:t>最終課題デモ：清一色トレーニング</a:t>
            </a:r>
            <a:endParaRPr lang="en-US" altLang="ja-JP" sz="2400" dirty="0"/>
          </a:p>
          <a:p>
            <a:pPr marL="800100" lvl="1" indent="-342900">
              <a:buFont typeface="Arial" panose="020B0604020202020204" pitchFamily="34" charset="0"/>
              <a:buChar char="•"/>
            </a:pPr>
            <a:r>
              <a:rPr lang="ja-JP" altLang="en-US" sz="2400" dirty="0"/>
              <a:t>概要</a:t>
            </a:r>
            <a:endParaRPr lang="en-US" altLang="ja-JP" sz="2400" dirty="0"/>
          </a:p>
          <a:p>
            <a:pPr marL="800100" lvl="1" indent="-342900">
              <a:buFont typeface="Arial" panose="020B0604020202020204" pitchFamily="34" charset="0"/>
              <a:buChar char="•"/>
            </a:pPr>
            <a:r>
              <a:rPr lang="ja-JP" altLang="en-US" sz="2400" dirty="0"/>
              <a:t>機能紹介</a:t>
            </a:r>
            <a:endParaRPr lang="en-US" altLang="ja-JP" sz="2400" dirty="0"/>
          </a:p>
          <a:p>
            <a:pPr marL="800100" lvl="1" indent="-342900">
              <a:buFont typeface="Arial" panose="020B0604020202020204" pitchFamily="34" charset="0"/>
              <a:buChar char="•"/>
            </a:pPr>
            <a:r>
              <a:rPr lang="ja-JP" altLang="en-US" sz="2400" dirty="0"/>
              <a:t>デモ</a:t>
            </a:r>
            <a:endParaRPr lang="en-US" altLang="ja-JP" sz="2400" dirty="0"/>
          </a:p>
          <a:p>
            <a:pPr marL="800100" lvl="1" indent="-342900">
              <a:buFont typeface="Arial" panose="020B0604020202020204" pitchFamily="34" charset="0"/>
              <a:buChar char="•"/>
            </a:pPr>
            <a:r>
              <a:rPr lang="ja-JP" altLang="en-US" sz="2400" dirty="0"/>
              <a:t>技術的な工夫</a:t>
            </a:r>
            <a:endParaRPr lang="en-US" altLang="ja-JP" sz="2400" dirty="0"/>
          </a:p>
          <a:p>
            <a:pPr marL="800100" lvl="1" indent="-342900">
              <a:buFont typeface="Arial" panose="020B0604020202020204" pitchFamily="34" charset="0"/>
              <a:buChar char="•"/>
            </a:pPr>
            <a:r>
              <a:rPr lang="ja-JP" altLang="en-US" sz="2400" dirty="0"/>
              <a:t>気づき</a:t>
            </a:r>
            <a:endParaRPr lang="en-US" altLang="ja-JP" sz="2400" dirty="0"/>
          </a:p>
        </p:txBody>
      </p:sp>
    </p:spTree>
    <p:extLst>
      <p:ext uri="{BB962C8B-B14F-4D97-AF65-F5344CB8AC3E}">
        <p14:creationId xmlns:p14="http://schemas.microsoft.com/office/powerpoint/2010/main" val="3563760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B2EFE-4EC0-9CD4-B7AB-C2A2135561E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9DB21BA-70E7-F0D1-6752-304B1CFBFD36}"/>
              </a:ext>
            </a:extLst>
          </p:cNvPr>
          <p:cNvSpPr>
            <a:spLocks noGrp="1"/>
          </p:cNvSpPr>
          <p:nvPr>
            <p:ph type="title"/>
          </p:nvPr>
        </p:nvSpPr>
        <p:spPr>
          <a:xfrm>
            <a:off x="651958" y="2049517"/>
            <a:ext cx="9427463" cy="2017985"/>
          </a:xfrm>
        </p:spPr>
        <p:txBody>
          <a:bodyPr wrap="square" anchor="ctr">
            <a:normAutofit/>
          </a:bodyPr>
          <a:lstStyle/>
          <a:p>
            <a:r>
              <a:rPr kumimoji="1" lang="ja-JP" altLang="en-US" dirty="0"/>
              <a:t>研修の振り返り</a:t>
            </a:r>
            <a:endParaRPr kumimoji="1" lang="en-US" altLang="ja-JP" dirty="0"/>
          </a:p>
        </p:txBody>
      </p:sp>
    </p:spTree>
    <p:extLst>
      <p:ext uri="{BB962C8B-B14F-4D97-AF65-F5344CB8AC3E}">
        <p14:creationId xmlns:p14="http://schemas.microsoft.com/office/powerpoint/2010/main" val="2696310299"/>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C8750-DA59-529B-621D-5780586F01C0}"/>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A40E0721-6D81-CCBD-955D-DBB50FF454DC}"/>
              </a:ext>
            </a:extLst>
          </p:cNvPr>
          <p:cNvSpPr>
            <a:spLocks noGrp="1"/>
          </p:cNvSpPr>
          <p:nvPr>
            <p:ph type="body" sz="quarter" idx="10"/>
          </p:nvPr>
        </p:nvSpPr>
        <p:spPr/>
        <p:txBody>
          <a:bodyPr/>
          <a:lstStyle/>
          <a:p>
            <a:r>
              <a:rPr kumimoji="1" lang="ja-JP" altLang="en-US" dirty="0"/>
              <a:t>研修の成果</a:t>
            </a:r>
            <a:r>
              <a:rPr kumimoji="1" lang="en-US" altLang="ja-JP" dirty="0"/>
              <a:t>(</a:t>
            </a:r>
            <a:r>
              <a:rPr kumimoji="1" lang="ja-JP" altLang="en-US" dirty="0"/>
              <a:t>学んだこと</a:t>
            </a:r>
            <a:r>
              <a:rPr kumimoji="1" lang="en-US" altLang="ja-JP" dirty="0"/>
              <a:t>)</a:t>
            </a:r>
            <a:endParaRPr kumimoji="1" lang="ja-JP" altLang="en-US" dirty="0"/>
          </a:p>
        </p:txBody>
      </p:sp>
      <p:sp>
        <p:nvSpPr>
          <p:cNvPr id="3" name="コンテンツ プレースホルダー 2">
            <a:extLst>
              <a:ext uri="{FF2B5EF4-FFF2-40B4-BE49-F238E27FC236}">
                <a16:creationId xmlns:a16="http://schemas.microsoft.com/office/drawing/2014/main" id="{EBDED461-AFB3-09F0-4B05-F255C4E96B9C}"/>
              </a:ext>
            </a:extLst>
          </p:cNvPr>
          <p:cNvSpPr>
            <a:spLocks noGrp="1"/>
          </p:cNvSpPr>
          <p:nvPr>
            <p:ph sz="quarter" idx="19"/>
          </p:nvPr>
        </p:nvSpPr>
        <p:spPr/>
        <p:txBody>
          <a:bodyPr>
            <a:normAutofit fontScale="92500"/>
          </a:bodyPr>
          <a:lstStyle/>
          <a:p>
            <a:endParaRPr kumimoji="1" lang="ja-JP" altLang="en-US"/>
          </a:p>
        </p:txBody>
      </p:sp>
      <p:sp>
        <p:nvSpPr>
          <p:cNvPr id="4" name="テキスト ボックス 3">
            <a:extLst>
              <a:ext uri="{FF2B5EF4-FFF2-40B4-BE49-F238E27FC236}">
                <a16:creationId xmlns:a16="http://schemas.microsoft.com/office/drawing/2014/main" id="{DAB0F0B0-8FA8-FE45-DE95-334EA2765FAC}"/>
              </a:ext>
            </a:extLst>
          </p:cNvPr>
          <p:cNvSpPr txBox="1"/>
          <p:nvPr/>
        </p:nvSpPr>
        <p:spPr>
          <a:xfrm>
            <a:off x="533400" y="1390650"/>
            <a:ext cx="11525250" cy="4524315"/>
          </a:xfrm>
          <a:prstGeom prst="rect">
            <a:avLst/>
          </a:prstGeom>
          <a:noFill/>
        </p:spPr>
        <p:txBody>
          <a:bodyPr wrap="square" rtlCol="0">
            <a:spAutoFit/>
          </a:bodyPr>
          <a:lstStyle/>
          <a:p>
            <a:pPr marL="342900" indent="-342900">
              <a:buFont typeface="Wingdings" panose="05000000000000000000" pitchFamily="2" charset="2"/>
              <a:buChar char="n"/>
            </a:pPr>
            <a:r>
              <a:rPr kumimoji="1" lang="en-US" altLang="ja-JP" sz="2400" dirty="0"/>
              <a:t>JavaScript</a:t>
            </a:r>
            <a:r>
              <a:rPr kumimoji="1" lang="ja-JP" altLang="en-US" sz="2400" dirty="0"/>
              <a:t>基礎の理解が</a:t>
            </a:r>
            <a:r>
              <a:rPr lang="ja-JP" altLang="en-US" sz="2400" dirty="0"/>
              <a:t>「読める」レベルへ</a:t>
            </a:r>
            <a:endParaRPr kumimoji="1" lang="en-US" altLang="ja-JP" sz="2400" dirty="0"/>
          </a:p>
          <a:p>
            <a:pPr marL="742950" lvl="1" indent="-285750">
              <a:buFont typeface="Arial" panose="020B0604020202020204" pitchFamily="34" charset="0"/>
              <a:buChar char="•"/>
            </a:pPr>
            <a:r>
              <a:rPr lang="ja-JP" altLang="en-US" sz="2400" dirty="0"/>
              <a:t>文法</a:t>
            </a:r>
            <a:r>
              <a:rPr lang="en-US" altLang="ja-JP" sz="2400" dirty="0"/>
              <a:t>/</a:t>
            </a:r>
            <a:r>
              <a:rPr lang="ja-JP" altLang="en-US" sz="2400" dirty="0"/>
              <a:t>仕様の理解</a:t>
            </a:r>
            <a:r>
              <a:rPr lang="en-US" altLang="ja-JP" sz="2400" dirty="0"/>
              <a:t>(</a:t>
            </a:r>
            <a:r>
              <a:rPr lang="ja-JP" altLang="en-US" sz="2400" dirty="0"/>
              <a:t>非同期処理、スコープ、オブジェクト</a:t>
            </a:r>
            <a:r>
              <a:rPr lang="en-US" altLang="ja-JP" sz="2400" dirty="0"/>
              <a:t>)</a:t>
            </a:r>
          </a:p>
          <a:p>
            <a:pPr marL="742950" lvl="1" indent="-285750">
              <a:buFont typeface="Arial" panose="020B0604020202020204" pitchFamily="34" charset="0"/>
              <a:buChar char="•"/>
            </a:pPr>
            <a:r>
              <a:rPr lang="ja-JP" altLang="en-US" sz="2400" dirty="0"/>
              <a:t>最初は読めなかった→今は処理の流れが追える</a:t>
            </a:r>
            <a:br>
              <a:rPr kumimoji="1" lang="en-US" altLang="ja-JP" sz="2400" dirty="0"/>
            </a:br>
            <a:endParaRPr kumimoji="1" lang="en-US" altLang="ja-JP" sz="2400" dirty="0"/>
          </a:p>
          <a:p>
            <a:pPr marL="342900" indent="-342900">
              <a:buFont typeface="Wingdings" panose="05000000000000000000" pitchFamily="2" charset="2"/>
              <a:buChar char="n"/>
            </a:pPr>
            <a:r>
              <a:rPr lang="ja-JP" altLang="en-US" sz="2400" dirty="0"/>
              <a:t>品質の考え方</a:t>
            </a:r>
            <a:r>
              <a:rPr lang="en-US" altLang="ja-JP" sz="2400" dirty="0"/>
              <a:t>(</a:t>
            </a:r>
            <a:r>
              <a:rPr lang="ja-JP" altLang="en-US" sz="2400" dirty="0"/>
              <a:t>テスト</a:t>
            </a:r>
            <a:r>
              <a:rPr lang="en-US" altLang="ja-JP" sz="2400" dirty="0"/>
              <a:t>=</a:t>
            </a:r>
            <a:r>
              <a:rPr lang="ja-JP" altLang="en-US" sz="2400" dirty="0"/>
              <a:t>仕様</a:t>
            </a:r>
            <a:r>
              <a:rPr lang="en-US" altLang="ja-JP" sz="2400" dirty="0"/>
              <a:t>)</a:t>
            </a:r>
          </a:p>
          <a:p>
            <a:pPr marL="742950" lvl="1" indent="-285750">
              <a:buFont typeface="Arial" panose="020B0604020202020204" pitchFamily="34" charset="0"/>
              <a:buChar char="•"/>
            </a:pPr>
            <a:r>
              <a:rPr lang="ja-JP" altLang="en-US" sz="2400" dirty="0"/>
              <a:t>ユニットテスト</a:t>
            </a:r>
            <a:r>
              <a:rPr lang="en-US" altLang="ja-JP" sz="2400" dirty="0"/>
              <a:t>(Jest) / E2E</a:t>
            </a:r>
            <a:r>
              <a:rPr lang="ja-JP" altLang="en-US" sz="2400" dirty="0"/>
              <a:t>テストの基礎</a:t>
            </a:r>
            <a:endParaRPr lang="en-US" altLang="ja-JP" sz="2400" dirty="0"/>
          </a:p>
          <a:p>
            <a:pPr marL="742950" lvl="1" indent="-285750">
              <a:buFont typeface="Arial" panose="020B0604020202020204" pitchFamily="34" charset="0"/>
              <a:buChar char="•"/>
            </a:pPr>
            <a:r>
              <a:rPr lang="ja-JP" altLang="en-US" sz="2400" dirty="0"/>
              <a:t>テストの書き方だけでなく、「テスト</a:t>
            </a:r>
            <a:r>
              <a:rPr lang="en-US" altLang="ja-JP" sz="2400" dirty="0"/>
              <a:t>=</a:t>
            </a:r>
            <a:r>
              <a:rPr lang="ja-JP" altLang="en-US" sz="2400" dirty="0"/>
              <a:t>仕様」という考え方を学んだ</a:t>
            </a:r>
            <a:endParaRPr lang="en-US" altLang="ja-JP" sz="2400" dirty="0"/>
          </a:p>
          <a:p>
            <a:pPr marL="742950" lvl="1" indent="-285750">
              <a:buFont typeface="Arial" panose="020B0604020202020204" pitchFamily="34" charset="0"/>
              <a:buChar char="•"/>
            </a:pPr>
            <a:endParaRPr lang="en-US" altLang="ja-JP" sz="2400" dirty="0"/>
          </a:p>
          <a:p>
            <a:pPr marL="342900" indent="-342900">
              <a:buFont typeface="Wingdings" panose="05000000000000000000" pitchFamily="2" charset="2"/>
              <a:buChar char="n"/>
            </a:pPr>
            <a:r>
              <a:rPr kumimoji="1" lang="ja-JP" altLang="en-US" sz="2400" dirty="0"/>
              <a:t>実務での判断軸と調査の勘所</a:t>
            </a:r>
            <a:r>
              <a:rPr kumimoji="1" lang="en-US" altLang="ja-JP" sz="2400" dirty="0"/>
              <a:t>/</a:t>
            </a:r>
            <a:r>
              <a:rPr kumimoji="1" lang="ja-JP" altLang="en-US" sz="2400" dirty="0"/>
              <a:t>実務で使うべきでない技術の把握</a:t>
            </a:r>
            <a:endParaRPr kumimoji="1" lang="en-US" altLang="ja-JP" sz="2400" dirty="0"/>
          </a:p>
          <a:p>
            <a:pPr marL="742950" lvl="1" indent="-285750">
              <a:buFont typeface="Arial" panose="020B0604020202020204" pitchFamily="34" charset="0"/>
              <a:buChar char="•"/>
            </a:pPr>
            <a:r>
              <a:rPr lang="ja-JP" altLang="en-US" sz="2400" dirty="0"/>
              <a:t>使うべきでない技術</a:t>
            </a:r>
            <a:r>
              <a:rPr lang="en-US" altLang="ja-JP" sz="2400" dirty="0"/>
              <a:t>(eval / with </a:t>
            </a:r>
            <a:r>
              <a:rPr lang="ja-JP" altLang="en-US" sz="2400" dirty="0"/>
              <a:t>など）</a:t>
            </a:r>
            <a:endParaRPr lang="en-US" altLang="ja-JP" sz="2400" dirty="0"/>
          </a:p>
          <a:p>
            <a:pPr marL="742950" lvl="1" indent="-285750">
              <a:buFont typeface="Arial" panose="020B0604020202020204" pitchFamily="34" charset="0"/>
              <a:buChar char="•"/>
            </a:pPr>
            <a:r>
              <a:rPr lang="ja-JP" altLang="en-US" sz="2400" dirty="0"/>
              <a:t>開発者ツールの見方</a:t>
            </a:r>
            <a:r>
              <a:rPr lang="en-US" altLang="ja-JP" sz="2400" dirty="0"/>
              <a:t>(Console / Network </a:t>
            </a:r>
            <a:r>
              <a:rPr lang="ja-JP" altLang="en-US" sz="2400" dirty="0"/>
              <a:t>など</a:t>
            </a:r>
            <a:r>
              <a:rPr lang="en-US" altLang="ja-JP" sz="2400" dirty="0"/>
              <a:t>)</a:t>
            </a:r>
          </a:p>
          <a:p>
            <a:pPr marL="742950" lvl="1" indent="-285750">
              <a:buFont typeface="Arial" panose="020B0604020202020204" pitchFamily="34" charset="0"/>
              <a:buChar char="•"/>
            </a:pPr>
            <a:r>
              <a:rPr lang="ja-JP" altLang="en-US" sz="2400" dirty="0"/>
              <a:t>情報のあたりどころ</a:t>
            </a:r>
            <a:r>
              <a:rPr lang="en-US" altLang="ja-JP" sz="2400" dirty="0"/>
              <a:t>(</a:t>
            </a:r>
            <a:r>
              <a:rPr lang="ja-JP" altLang="en-US" sz="2400" dirty="0"/>
              <a:t>公式</a:t>
            </a:r>
            <a:r>
              <a:rPr lang="en-US" altLang="ja-JP" sz="2400" dirty="0"/>
              <a:t>Docs, MDN, Hacker news</a:t>
            </a:r>
            <a:r>
              <a:rPr lang="ja-JP" altLang="en-US" sz="2400" dirty="0"/>
              <a:t>など</a:t>
            </a:r>
            <a:r>
              <a:rPr lang="en-US" altLang="ja-JP" sz="2400" dirty="0"/>
              <a:t>)</a:t>
            </a:r>
          </a:p>
        </p:txBody>
      </p:sp>
    </p:spTree>
    <p:extLst>
      <p:ext uri="{BB962C8B-B14F-4D97-AF65-F5344CB8AC3E}">
        <p14:creationId xmlns:p14="http://schemas.microsoft.com/office/powerpoint/2010/main" val="2089139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76CB25A2-77CA-7E25-AE11-21B6AE3189D2}"/>
              </a:ext>
            </a:extLst>
          </p:cNvPr>
          <p:cNvSpPr>
            <a:spLocks noGrp="1"/>
          </p:cNvSpPr>
          <p:nvPr>
            <p:ph type="body" sz="quarter" idx="10"/>
          </p:nvPr>
        </p:nvSpPr>
        <p:spPr/>
        <p:txBody>
          <a:bodyPr/>
          <a:lstStyle/>
          <a:p>
            <a:r>
              <a:rPr kumimoji="1" lang="ja-JP" altLang="en-US" dirty="0"/>
              <a:t>研修で苦労したこと</a:t>
            </a:r>
          </a:p>
        </p:txBody>
      </p:sp>
      <p:sp>
        <p:nvSpPr>
          <p:cNvPr id="3" name="コンテンツ プレースホルダー 2">
            <a:extLst>
              <a:ext uri="{FF2B5EF4-FFF2-40B4-BE49-F238E27FC236}">
                <a16:creationId xmlns:a16="http://schemas.microsoft.com/office/drawing/2014/main" id="{A983E95A-E845-34A0-FEFB-3C1703E985D9}"/>
              </a:ext>
            </a:extLst>
          </p:cNvPr>
          <p:cNvSpPr>
            <a:spLocks noGrp="1"/>
          </p:cNvSpPr>
          <p:nvPr>
            <p:ph sz="quarter" idx="19"/>
          </p:nvPr>
        </p:nvSpPr>
        <p:spPr/>
        <p:txBody>
          <a:bodyPr>
            <a:normAutofit fontScale="92500"/>
          </a:bodyPr>
          <a:lstStyle/>
          <a:p>
            <a:endParaRPr kumimoji="1" lang="ja-JP" altLang="en-US"/>
          </a:p>
        </p:txBody>
      </p:sp>
      <p:sp>
        <p:nvSpPr>
          <p:cNvPr id="4" name="テキスト ボックス 3">
            <a:extLst>
              <a:ext uri="{FF2B5EF4-FFF2-40B4-BE49-F238E27FC236}">
                <a16:creationId xmlns:a16="http://schemas.microsoft.com/office/drawing/2014/main" id="{FA8A5DF1-029A-3BBF-B505-3709C4557A70}"/>
              </a:ext>
            </a:extLst>
          </p:cNvPr>
          <p:cNvSpPr txBox="1"/>
          <p:nvPr/>
        </p:nvSpPr>
        <p:spPr>
          <a:xfrm>
            <a:off x="533400" y="1390650"/>
            <a:ext cx="11525250" cy="2308324"/>
          </a:xfrm>
          <a:prstGeom prst="rect">
            <a:avLst/>
          </a:prstGeom>
          <a:noFill/>
        </p:spPr>
        <p:txBody>
          <a:bodyPr wrap="square" rtlCol="0">
            <a:spAutoFit/>
          </a:bodyPr>
          <a:lstStyle/>
          <a:p>
            <a:pPr marL="342900" indent="-342900">
              <a:buFont typeface="Wingdings" panose="05000000000000000000" pitchFamily="2" charset="2"/>
              <a:buChar char="n"/>
            </a:pPr>
            <a:r>
              <a:rPr lang="ja-JP" altLang="en-US" sz="2400" dirty="0"/>
              <a:t>実務でコーディング機会が少ないなかでのキャッチアップ</a:t>
            </a:r>
            <a:endParaRPr lang="en-US" altLang="ja-JP" sz="2400" dirty="0"/>
          </a:p>
          <a:p>
            <a:pPr marL="742950" lvl="1" indent="-285750">
              <a:buFont typeface="Arial" panose="020B0604020202020204" pitchFamily="34" charset="0"/>
              <a:buChar char="•"/>
            </a:pPr>
            <a:r>
              <a:rPr lang="en-US" altLang="ja-JP" sz="2400" dirty="0"/>
              <a:t>TS</a:t>
            </a:r>
            <a:r>
              <a:rPr lang="ja-JP" altLang="en-US" sz="2400" dirty="0"/>
              <a:t>経験者に比べて遅れているという感覚があった</a:t>
            </a:r>
            <a:endParaRPr lang="en-US" altLang="ja-JP" sz="2400" dirty="0"/>
          </a:p>
          <a:p>
            <a:pPr marL="742950" lvl="1" indent="-285750">
              <a:buFont typeface="Arial" panose="020B0604020202020204" pitchFamily="34" charset="0"/>
              <a:buChar char="•"/>
            </a:pPr>
            <a:r>
              <a:rPr lang="ja-JP" altLang="en-US" sz="2400" dirty="0"/>
              <a:t>逆に実務経験者の視点を吸収できる機会になった</a:t>
            </a:r>
            <a:br>
              <a:rPr lang="en-US" altLang="ja-JP" sz="2400" dirty="0"/>
            </a:br>
            <a:endParaRPr lang="en-US" altLang="ja-JP" sz="2400" dirty="0"/>
          </a:p>
          <a:p>
            <a:pPr marL="342900" indent="-342900">
              <a:buFont typeface="Wingdings" panose="05000000000000000000" pitchFamily="2" charset="2"/>
              <a:buChar char="n"/>
            </a:pPr>
            <a:r>
              <a:rPr lang="ja-JP" altLang="en-US" sz="2400" dirty="0"/>
              <a:t>コードが思うように動かない</a:t>
            </a:r>
            <a:r>
              <a:rPr lang="en-US" altLang="ja-JP" sz="2400" dirty="0"/>
              <a:t>(</a:t>
            </a:r>
            <a:r>
              <a:rPr lang="ja-JP" altLang="en-US" sz="2400" dirty="0"/>
              <a:t>原因がわからない</a:t>
            </a:r>
            <a:r>
              <a:rPr lang="en-US" altLang="ja-JP" sz="2400" dirty="0"/>
              <a:t>)</a:t>
            </a:r>
          </a:p>
          <a:p>
            <a:pPr marL="742950" lvl="1" indent="-285750">
              <a:buFont typeface="Arial" panose="020B0604020202020204" pitchFamily="34" charset="0"/>
              <a:buChar char="•"/>
            </a:pPr>
            <a:r>
              <a:rPr lang="en-US" altLang="ja-JP" sz="2400" dirty="0"/>
              <a:t>Console</a:t>
            </a:r>
            <a:r>
              <a:rPr lang="ja-JP" altLang="en-US" sz="2400" dirty="0"/>
              <a:t> </a:t>
            </a:r>
            <a:r>
              <a:rPr lang="en-US" altLang="ja-JP" sz="2400" dirty="0"/>
              <a:t>/</a:t>
            </a:r>
            <a:r>
              <a:rPr lang="ja-JP" altLang="en-US" sz="2400" dirty="0"/>
              <a:t> 開発者ツールで「どこで何が起きているか」を追う習慣がついた</a:t>
            </a:r>
            <a:endParaRPr lang="en-US" altLang="ja-JP" sz="2400" dirty="0"/>
          </a:p>
        </p:txBody>
      </p:sp>
    </p:spTree>
    <p:extLst>
      <p:ext uri="{BB962C8B-B14F-4D97-AF65-F5344CB8AC3E}">
        <p14:creationId xmlns:p14="http://schemas.microsoft.com/office/powerpoint/2010/main" val="16475414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537911D2-DB3F-B821-FB40-6370DD44A937}"/>
              </a:ext>
            </a:extLst>
          </p:cNvPr>
          <p:cNvSpPr>
            <a:spLocks noGrp="1"/>
          </p:cNvSpPr>
          <p:nvPr>
            <p:ph type="body" sz="quarter" idx="10"/>
          </p:nvPr>
        </p:nvSpPr>
        <p:spPr/>
        <p:txBody>
          <a:bodyPr/>
          <a:lstStyle/>
          <a:p>
            <a:r>
              <a:rPr kumimoji="1" lang="ja-JP" altLang="en-US" dirty="0"/>
              <a:t>今後研修を受ける人たちへのアドバイス</a:t>
            </a:r>
          </a:p>
        </p:txBody>
      </p:sp>
      <p:sp>
        <p:nvSpPr>
          <p:cNvPr id="3" name="コンテンツ プレースホルダー 2">
            <a:extLst>
              <a:ext uri="{FF2B5EF4-FFF2-40B4-BE49-F238E27FC236}">
                <a16:creationId xmlns:a16="http://schemas.microsoft.com/office/drawing/2014/main" id="{001263BD-4D5F-E574-4FF6-02EED16AF1EE}"/>
              </a:ext>
            </a:extLst>
          </p:cNvPr>
          <p:cNvSpPr>
            <a:spLocks noGrp="1"/>
          </p:cNvSpPr>
          <p:nvPr>
            <p:ph sz="quarter" idx="19"/>
          </p:nvPr>
        </p:nvSpPr>
        <p:spPr/>
        <p:txBody>
          <a:bodyPr>
            <a:normAutofit fontScale="92500"/>
          </a:bodyPr>
          <a:lstStyle/>
          <a:p>
            <a:endParaRPr kumimoji="1" lang="ja-JP" altLang="en-US"/>
          </a:p>
        </p:txBody>
      </p:sp>
      <p:sp>
        <p:nvSpPr>
          <p:cNvPr id="4" name="テキスト ボックス 3">
            <a:extLst>
              <a:ext uri="{FF2B5EF4-FFF2-40B4-BE49-F238E27FC236}">
                <a16:creationId xmlns:a16="http://schemas.microsoft.com/office/drawing/2014/main" id="{58BA1510-AB8F-01CD-3091-9A75D163B8B6}"/>
              </a:ext>
            </a:extLst>
          </p:cNvPr>
          <p:cNvSpPr txBox="1"/>
          <p:nvPr/>
        </p:nvSpPr>
        <p:spPr>
          <a:xfrm>
            <a:off x="533400" y="1390650"/>
            <a:ext cx="11525250" cy="3416320"/>
          </a:xfrm>
          <a:prstGeom prst="rect">
            <a:avLst/>
          </a:prstGeom>
          <a:noFill/>
        </p:spPr>
        <p:txBody>
          <a:bodyPr wrap="square" rtlCol="0">
            <a:spAutoFit/>
          </a:bodyPr>
          <a:lstStyle/>
          <a:p>
            <a:pPr marL="342900" indent="-342900">
              <a:buFont typeface="Wingdings" panose="05000000000000000000" pitchFamily="2" charset="2"/>
              <a:buChar char="n"/>
            </a:pPr>
            <a:r>
              <a:rPr lang="ja-JP" altLang="en-US" sz="2400" dirty="0"/>
              <a:t>教科書は紙ではなく電子書籍にした方がよい</a:t>
            </a:r>
            <a:endParaRPr lang="en-US" altLang="ja-JP" sz="2400" dirty="0"/>
          </a:p>
          <a:p>
            <a:pPr marL="742950" lvl="1" indent="-285750">
              <a:buFont typeface="Arial" panose="020B0604020202020204" pitchFamily="34" charset="0"/>
              <a:buChar char="•"/>
            </a:pPr>
            <a:r>
              <a:rPr lang="ja-JP" altLang="en-US" sz="2400" dirty="0"/>
              <a:t>教科者は分厚く持ち運びが大変</a:t>
            </a:r>
            <a:endParaRPr lang="en-US" altLang="ja-JP" sz="2400" dirty="0"/>
          </a:p>
          <a:p>
            <a:pPr marL="742950" lvl="1" indent="-285750">
              <a:buFont typeface="Arial" panose="020B0604020202020204" pitchFamily="34" charset="0"/>
              <a:buChar char="•"/>
            </a:pPr>
            <a:r>
              <a:rPr lang="ja-JP" altLang="en-US" sz="2400" dirty="0"/>
              <a:t>電子書籍は調べたいワードがあるときに検索しやすい</a:t>
            </a:r>
            <a:endParaRPr lang="en-US" altLang="ja-JP" sz="2400" dirty="0"/>
          </a:p>
          <a:p>
            <a:pPr marL="742950" lvl="1" indent="-285750">
              <a:buFont typeface="Arial" panose="020B0604020202020204" pitchFamily="34" charset="0"/>
              <a:buChar char="•"/>
            </a:pPr>
            <a:r>
              <a:rPr lang="ja-JP" altLang="en-US" sz="2400" dirty="0"/>
              <a:t>研修開始前にできるだけ早く電子書籍を推奨してあげたい。。。</a:t>
            </a:r>
            <a:br>
              <a:rPr lang="en-US" altLang="ja-JP" sz="2400" dirty="0"/>
            </a:br>
            <a:endParaRPr lang="en-US" altLang="ja-JP" sz="2400" dirty="0"/>
          </a:p>
          <a:p>
            <a:pPr marL="342900" indent="-342900">
              <a:buFont typeface="Wingdings" panose="05000000000000000000" pitchFamily="2" charset="2"/>
              <a:buChar char="n"/>
            </a:pPr>
            <a:r>
              <a:rPr lang="ja-JP" altLang="en-US" sz="2400" dirty="0"/>
              <a:t>課題はコツコツと毎日ちょっとずつやったほうがよい</a:t>
            </a:r>
            <a:endParaRPr lang="en-US" altLang="ja-JP" sz="2400" dirty="0"/>
          </a:p>
          <a:p>
            <a:pPr marL="742950" lvl="1" indent="-285750">
              <a:buFont typeface="Arial" panose="020B0604020202020204" pitchFamily="34" charset="0"/>
              <a:buChar char="•"/>
            </a:pPr>
            <a:r>
              <a:rPr kumimoji="1" lang="ja-JP" altLang="en-US" sz="2400" dirty="0"/>
              <a:t>研修直前までためると業務後や休日で焦ってやることになる。。。</a:t>
            </a:r>
            <a:endParaRPr kumimoji="1" lang="en-US" altLang="ja-JP" sz="2400" dirty="0"/>
          </a:p>
          <a:p>
            <a:pPr marL="742950" lvl="1" indent="-285750">
              <a:buFont typeface="Arial" panose="020B0604020202020204" pitchFamily="34" charset="0"/>
              <a:buChar char="•"/>
            </a:pPr>
            <a:r>
              <a:rPr lang="ja-JP" altLang="en-US" sz="2400" dirty="0"/>
              <a:t>ただ、早めにやりすぎると自分が書いたコードがわからなくなるので、コツコツ毎日やる＋研修直前に見直す時間をとるのがよさそう</a:t>
            </a:r>
            <a:endParaRPr kumimoji="1" lang="ja-JP" altLang="en-US" sz="2400" dirty="0"/>
          </a:p>
        </p:txBody>
      </p:sp>
    </p:spTree>
    <p:extLst>
      <p:ext uri="{BB962C8B-B14F-4D97-AF65-F5344CB8AC3E}">
        <p14:creationId xmlns:p14="http://schemas.microsoft.com/office/powerpoint/2010/main" val="3962859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7D63715-FE0E-6C82-056A-CA39DA653579}"/>
              </a:ext>
            </a:extLst>
          </p:cNvPr>
          <p:cNvSpPr>
            <a:spLocks noGrp="1"/>
          </p:cNvSpPr>
          <p:nvPr>
            <p:ph type="body" sz="quarter" idx="10"/>
          </p:nvPr>
        </p:nvSpPr>
        <p:spPr/>
        <p:txBody>
          <a:bodyPr/>
          <a:lstStyle/>
          <a:p>
            <a:r>
              <a:rPr kumimoji="1" lang="ja-JP" altLang="en-US" dirty="0"/>
              <a:t>講師陣へのアドバイス</a:t>
            </a:r>
          </a:p>
        </p:txBody>
      </p:sp>
      <p:sp>
        <p:nvSpPr>
          <p:cNvPr id="3" name="コンテンツ プレースホルダー 2">
            <a:extLst>
              <a:ext uri="{FF2B5EF4-FFF2-40B4-BE49-F238E27FC236}">
                <a16:creationId xmlns:a16="http://schemas.microsoft.com/office/drawing/2014/main" id="{927797D2-5A68-39F5-C6F3-E599B8DEB757}"/>
              </a:ext>
            </a:extLst>
          </p:cNvPr>
          <p:cNvSpPr>
            <a:spLocks noGrp="1"/>
          </p:cNvSpPr>
          <p:nvPr>
            <p:ph sz="quarter" idx="19"/>
          </p:nvPr>
        </p:nvSpPr>
        <p:spPr/>
        <p:txBody>
          <a:bodyPr>
            <a:normAutofit fontScale="92500"/>
          </a:bodyPr>
          <a:lstStyle/>
          <a:p>
            <a:endParaRPr kumimoji="1" lang="ja-JP" altLang="en-US"/>
          </a:p>
        </p:txBody>
      </p:sp>
      <p:sp>
        <p:nvSpPr>
          <p:cNvPr id="4" name="テキスト ボックス 3">
            <a:extLst>
              <a:ext uri="{FF2B5EF4-FFF2-40B4-BE49-F238E27FC236}">
                <a16:creationId xmlns:a16="http://schemas.microsoft.com/office/drawing/2014/main" id="{5199AE58-5C79-EFF2-59DA-B6CFE5E68B87}"/>
              </a:ext>
            </a:extLst>
          </p:cNvPr>
          <p:cNvSpPr txBox="1"/>
          <p:nvPr/>
        </p:nvSpPr>
        <p:spPr>
          <a:xfrm>
            <a:off x="533400" y="1390650"/>
            <a:ext cx="11525250" cy="2308324"/>
          </a:xfrm>
          <a:prstGeom prst="rect">
            <a:avLst/>
          </a:prstGeom>
          <a:noFill/>
        </p:spPr>
        <p:txBody>
          <a:bodyPr wrap="square" rtlCol="0">
            <a:spAutoFit/>
          </a:bodyPr>
          <a:lstStyle/>
          <a:p>
            <a:pPr marL="342900" indent="-342900">
              <a:buFont typeface="Wingdings" panose="05000000000000000000" pitchFamily="2" charset="2"/>
              <a:buChar char="n"/>
            </a:pPr>
            <a:r>
              <a:rPr lang="ja-JP" altLang="en-US" sz="2400" dirty="0"/>
              <a:t>質問票を受講者同士で答える形式はよかった</a:t>
            </a:r>
            <a:endParaRPr lang="en-US" altLang="ja-JP" sz="2400" dirty="0"/>
          </a:p>
          <a:p>
            <a:pPr marL="742950" lvl="1" indent="-285750">
              <a:buFont typeface="Arial" panose="020B0604020202020204" pitchFamily="34" charset="0"/>
              <a:buChar char="•"/>
            </a:pPr>
            <a:r>
              <a:rPr lang="ja-JP" altLang="en-US" sz="2400" dirty="0"/>
              <a:t>自分で教科書を眺めているだけでは気づけなかった質問に気づける</a:t>
            </a:r>
            <a:endParaRPr lang="en-US" altLang="ja-JP" sz="2400" dirty="0"/>
          </a:p>
          <a:p>
            <a:pPr marL="742950" lvl="1" indent="-285750">
              <a:buFont typeface="Arial" panose="020B0604020202020204" pitchFamily="34" charset="0"/>
              <a:buChar char="•"/>
            </a:pPr>
            <a:r>
              <a:rPr lang="ja-JP" altLang="en-US" sz="2400" dirty="0"/>
              <a:t>質問に答えるために調査することでより理解が深まる</a:t>
            </a:r>
            <a:br>
              <a:rPr lang="en-US" altLang="ja-JP" sz="2400" dirty="0"/>
            </a:br>
            <a:endParaRPr lang="en-US" altLang="ja-JP" sz="2400" dirty="0"/>
          </a:p>
          <a:p>
            <a:pPr marL="342900" indent="-342900">
              <a:buFont typeface="Wingdings" panose="05000000000000000000" pitchFamily="2" charset="2"/>
              <a:buChar char="n"/>
            </a:pPr>
            <a:r>
              <a:rPr lang="ja-JP" altLang="en-US" sz="2400" dirty="0"/>
              <a:t>課題１問あたり数人に回答を聞くのはよかった</a:t>
            </a:r>
            <a:endParaRPr lang="en-US" altLang="ja-JP" sz="2400" dirty="0"/>
          </a:p>
          <a:p>
            <a:pPr marL="742950" lvl="1" indent="-285750">
              <a:buFont typeface="Arial" panose="020B0604020202020204" pitchFamily="34" charset="0"/>
              <a:buChar char="•"/>
            </a:pPr>
            <a:r>
              <a:rPr kumimoji="1" lang="ja-JP" altLang="en-US" sz="2400" dirty="0"/>
              <a:t>人によって回答方法の違いがみられ、多様な視点から学ぶことができる</a:t>
            </a:r>
            <a:endParaRPr kumimoji="1" lang="en-US" altLang="ja-JP" sz="2400" dirty="0"/>
          </a:p>
        </p:txBody>
      </p:sp>
    </p:spTree>
    <p:extLst>
      <p:ext uri="{BB962C8B-B14F-4D97-AF65-F5344CB8AC3E}">
        <p14:creationId xmlns:p14="http://schemas.microsoft.com/office/powerpoint/2010/main" val="9890208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5C2FE626-FA6E-02DA-26BB-D293C9D6A2F9}"/>
              </a:ext>
            </a:extLst>
          </p:cNvPr>
          <p:cNvSpPr>
            <a:spLocks noGrp="1"/>
          </p:cNvSpPr>
          <p:nvPr>
            <p:ph type="body" sz="quarter" idx="10"/>
          </p:nvPr>
        </p:nvSpPr>
        <p:spPr/>
        <p:txBody>
          <a:bodyPr/>
          <a:lstStyle/>
          <a:p>
            <a:r>
              <a:rPr kumimoji="1" lang="ja-JP" altLang="en-US" dirty="0"/>
              <a:t>研修成果の実務への活用</a:t>
            </a:r>
          </a:p>
        </p:txBody>
      </p:sp>
      <p:sp>
        <p:nvSpPr>
          <p:cNvPr id="3" name="コンテンツ プレースホルダー 2">
            <a:extLst>
              <a:ext uri="{FF2B5EF4-FFF2-40B4-BE49-F238E27FC236}">
                <a16:creationId xmlns:a16="http://schemas.microsoft.com/office/drawing/2014/main" id="{1A603D55-061D-736B-D6CF-01FA8D03167F}"/>
              </a:ext>
            </a:extLst>
          </p:cNvPr>
          <p:cNvSpPr>
            <a:spLocks noGrp="1"/>
          </p:cNvSpPr>
          <p:nvPr>
            <p:ph sz="quarter" idx="19"/>
          </p:nvPr>
        </p:nvSpPr>
        <p:spPr/>
        <p:txBody>
          <a:bodyPr>
            <a:normAutofit fontScale="92500"/>
          </a:bodyPr>
          <a:lstStyle/>
          <a:p>
            <a:endParaRPr kumimoji="1" lang="ja-JP" altLang="en-US"/>
          </a:p>
        </p:txBody>
      </p:sp>
      <p:sp>
        <p:nvSpPr>
          <p:cNvPr id="4" name="テキスト ボックス 3">
            <a:extLst>
              <a:ext uri="{FF2B5EF4-FFF2-40B4-BE49-F238E27FC236}">
                <a16:creationId xmlns:a16="http://schemas.microsoft.com/office/drawing/2014/main" id="{575FB27F-78A5-76A0-1937-CDF68A339BE5}"/>
              </a:ext>
            </a:extLst>
          </p:cNvPr>
          <p:cNvSpPr txBox="1"/>
          <p:nvPr/>
        </p:nvSpPr>
        <p:spPr>
          <a:xfrm>
            <a:off x="533400" y="1390650"/>
            <a:ext cx="11525250" cy="3785652"/>
          </a:xfrm>
          <a:prstGeom prst="rect">
            <a:avLst/>
          </a:prstGeom>
          <a:noFill/>
        </p:spPr>
        <p:txBody>
          <a:bodyPr wrap="square" rtlCol="0">
            <a:spAutoFit/>
          </a:bodyPr>
          <a:lstStyle/>
          <a:p>
            <a:pPr marL="342900" indent="-342900">
              <a:buFont typeface="Wingdings" panose="05000000000000000000" pitchFamily="2" charset="2"/>
              <a:buChar char="n"/>
            </a:pPr>
            <a:r>
              <a:rPr lang="ja-JP" altLang="en-US" sz="2400" dirty="0"/>
              <a:t>直接的な活用</a:t>
            </a:r>
            <a:endParaRPr lang="en-US" altLang="ja-JP" sz="2400" dirty="0"/>
          </a:p>
          <a:p>
            <a:pPr marL="742950" lvl="1" indent="-285750">
              <a:buFont typeface="Arial" panose="020B0604020202020204" pitchFamily="34" charset="0"/>
              <a:buChar char="•"/>
            </a:pPr>
            <a:r>
              <a:rPr lang="en-US" altLang="ja-JP" sz="2400" dirty="0"/>
              <a:t>TypeScript</a:t>
            </a:r>
            <a:r>
              <a:rPr lang="ja-JP" altLang="en-US" sz="2400" dirty="0"/>
              <a:t>開発での実装や</a:t>
            </a:r>
            <a:r>
              <a:rPr lang="en-US" altLang="ja-JP" sz="2400" dirty="0"/>
              <a:t>PR</a:t>
            </a:r>
            <a:r>
              <a:rPr lang="ja-JP" altLang="en-US" sz="2400" dirty="0"/>
              <a:t>レビュー</a:t>
            </a:r>
            <a:r>
              <a:rPr lang="en-US" altLang="ja-JP" sz="2400" dirty="0"/>
              <a:t>(</a:t>
            </a:r>
            <a:r>
              <a:rPr lang="ja-JP" altLang="en-US" sz="2400" dirty="0"/>
              <a:t>読解力</a:t>
            </a:r>
            <a:r>
              <a:rPr lang="en-US" altLang="ja-JP" sz="2400" dirty="0"/>
              <a:t>)</a:t>
            </a:r>
          </a:p>
          <a:p>
            <a:pPr marL="742950" lvl="1" indent="-285750">
              <a:buFont typeface="Arial" panose="020B0604020202020204" pitchFamily="34" charset="0"/>
              <a:buChar char="•"/>
            </a:pPr>
            <a:r>
              <a:rPr lang="ja-JP" altLang="en-US" sz="2400" dirty="0"/>
              <a:t>ユニットテストや</a:t>
            </a:r>
            <a:r>
              <a:rPr lang="en-US" altLang="ja-JP" sz="2400" dirty="0"/>
              <a:t>E2E</a:t>
            </a:r>
            <a:r>
              <a:rPr lang="ja-JP" altLang="en-US" sz="2400" dirty="0"/>
              <a:t>テストの作成や運用保守</a:t>
            </a:r>
            <a:br>
              <a:rPr lang="en-US" altLang="ja-JP" sz="2400" dirty="0"/>
            </a:br>
            <a:endParaRPr lang="en-US" altLang="ja-JP" sz="2400" dirty="0"/>
          </a:p>
          <a:p>
            <a:pPr marL="342900" indent="-342900">
              <a:buFont typeface="Wingdings" panose="05000000000000000000" pitchFamily="2" charset="2"/>
              <a:buChar char="n"/>
            </a:pPr>
            <a:r>
              <a:rPr lang="ja-JP" altLang="en-US" sz="2400" dirty="0"/>
              <a:t>間接的な活用</a:t>
            </a:r>
            <a:endParaRPr lang="en-US" altLang="ja-JP" sz="2400" dirty="0"/>
          </a:p>
          <a:p>
            <a:pPr marL="742950" lvl="1" indent="-285750">
              <a:buFont typeface="Arial" panose="020B0604020202020204" pitchFamily="34" charset="0"/>
              <a:buChar char="•"/>
            </a:pPr>
            <a:r>
              <a:rPr lang="en-US" altLang="ja-JP" sz="2400" dirty="0"/>
              <a:t>Terraform / </a:t>
            </a:r>
            <a:r>
              <a:rPr lang="en-US" altLang="ja-JP" sz="2400" dirty="0" err="1"/>
              <a:t>IaC</a:t>
            </a:r>
            <a:r>
              <a:rPr lang="ja-JP" altLang="en-US" sz="2400" dirty="0"/>
              <a:t>：コード読解や差分の影響範囲を意識する習慣</a:t>
            </a:r>
            <a:endParaRPr kumimoji="1" lang="en-US" altLang="ja-JP" sz="2400" dirty="0"/>
          </a:p>
          <a:p>
            <a:pPr marL="742950" lvl="1" indent="-285750">
              <a:buFont typeface="Arial" panose="020B0604020202020204" pitchFamily="34" charset="0"/>
              <a:buChar char="•"/>
            </a:pPr>
            <a:r>
              <a:rPr lang="ja-JP" altLang="en-US" sz="2400" dirty="0"/>
              <a:t>障害解析：開発者ツール</a:t>
            </a:r>
            <a:r>
              <a:rPr lang="en-US" altLang="ja-JP" sz="2400" dirty="0"/>
              <a:t>/</a:t>
            </a:r>
            <a:r>
              <a:rPr lang="ja-JP" altLang="en-US" sz="2400" dirty="0"/>
              <a:t>一次情報を使った切り分けの高速化</a:t>
            </a:r>
            <a:endParaRPr lang="en-US" altLang="ja-JP" sz="2400" dirty="0"/>
          </a:p>
          <a:p>
            <a:endParaRPr lang="en-US" altLang="ja-JP" sz="2400" dirty="0"/>
          </a:p>
          <a:p>
            <a:br>
              <a:rPr lang="en-US" altLang="ja-JP" sz="2400" dirty="0"/>
            </a:br>
            <a:r>
              <a:rPr lang="ja-JP" altLang="en-US" sz="2400" dirty="0"/>
              <a:t>今回の研修は</a:t>
            </a:r>
            <a:r>
              <a:rPr lang="en-US" altLang="ja-JP" sz="2400" dirty="0"/>
              <a:t>JS</a:t>
            </a:r>
            <a:r>
              <a:rPr lang="ja-JP" altLang="en-US" sz="2400" dirty="0"/>
              <a:t>の実装だけでなく「品質・レビュー・障害対応」の土台として活用</a:t>
            </a:r>
            <a:endParaRPr lang="en-US" altLang="ja-JP" sz="2400" dirty="0"/>
          </a:p>
        </p:txBody>
      </p:sp>
    </p:spTree>
    <p:extLst>
      <p:ext uri="{BB962C8B-B14F-4D97-AF65-F5344CB8AC3E}">
        <p14:creationId xmlns:p14="http://schemas.microsoft.com/office/powerpoint/2010/main" val="25715052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973D6-94DB-27EA-5F2E-79274E268E3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4FBAE08-34B1-9785-7455-64C1CF46843A}"/>
              </a:ext>
            </a:extLst>
          </p:cNvPr>
          <p:cNvSpPr>
            <a:spLocks noGrp="1"/>
          </p:cNvSpPr>
          <p:nvPr>
            <p:ph type="title"/>
          </p:nvPr>
        </p:nvSpPr>
        <p:spPr>
          <a:xfrm>
            <a:off x="651958" y="2049517"/>
            <a:ext cx="9427463" cy="2017985"/>
          </a:xfrm>
        </p:spPr>
        <p:txBody>
          <a:bodyPr wrap="square" anchor="ctr">
            <a:normAutofit/>
          </a:bodyPr>
          <a:lstStyle/>
          <a:p>
            <a:r>
              <a:rPr lang="ja-JP" altLang="en-US" dirty="0"/>
              <a:t>最終課題デモ：清一色トレーニング</a:t>
            </a:r>
            <a:endParaRPr lang="en-US" altLang="ja-JP" dirty="0"/>
          </a:p>
        </p:txBody>
      </p:sp>
    </p:spTree>
    <p:extLst>
      <p:ext uri="{BB962C8B-B14F-4D97-AF65-F5344CB8AC3E}">
        <p14:creationId xmlns:p14="http://schemas.microsoft.com/office/powerpoint/2010/main" val="3892131170"/>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DFC41DE-4A8E-883F-745C-AE6165FA7C63}"/>
              </a:ext>
            </a:extLst>
          </p:cNvPr>
          <p:cNvSpPr>
            <a:spLocks noGrp="1"/>
          </p:cNvSpPr>
          <p:nvPr>
            <p:ph type="body" sz="quarter" idx="10"/>
          </p:nvPr>
        </p:nvSpPr>
        <p:spPr/>
        <p:txBody>
          <a:bodyPr/>
          <a:lstStyle/>
          <a:p>
            <a:r>
              <a:rPr kumimoji="1" lang="ja-JP" altLang="en-US" dirty="0"/>
              <a:t>概要</a:t>
            </a:r>
          </a:p>
        </p:txBody>
      </p:sp>
      <p:pic>
        <p:nvPicPr>
          <p:cNvPr id="6" name="コンテンツ プレースホルダー 5">
            <a:extLst>
              <a:ext uri="{FF2B5EF4-FFF2-40B4-BE49-F238E27FC236}">
                <a16:creationId xmlns:a16="http://schemas.microsoft.com/office/drawing/2014/main" id="{EA6D6D6E-A405-78B4-0A47-3360A1FCD43C}"/>
              </a:ext>
            </a:extLst>
          </p:cNvPr>
          <p:cNvPicPr>
            <a:picLocks noGrp="1" noChangeAspect="1"/>
          </p:cNvPicPr>
          <p:nvPr>
            <p:ph sz="quarter" idx="19"/>
          </p:nvPr>
        </p:nvPicPr>
        <p:blipFill>
          <a:blip r:embed="rId2">
            <a:extLst>
              <a:ext uri="{28A0092B-C50C-407E-A947-70E740481C1C}">
                <a14:useLocalDpi xmlns:a14="http://schemas.microsoft.com/office/drawing/2010/main" val="0"/>
              </a:ext>
            </a:extLst>
          </a:blip>
          <a:stretch>
            <a:fillRect/>
          </a:stretch>
        </p:blipFill>
        <p:spPr>
          <a:xfrm>
            <a:off x="2117626" y="5338916"/>
            <a:ext cx="6921703" cy="972779"/>
          </a:xfrm>
          <a:prstGeom prst="rect">
            <a:avLst/>
          </a:prstGeom>
        </p:spPr>
      </p:pic>
      <p:sp>
        <p:nvSpPr>
          <p:cNvPr id="4" name="テキスト ボックス 3">
            <a:extLst>
              <a:ext uri="{FF2B5EF4-FFF2-40B4-BE49-F238E27FC236}">
                <a16:creationId xmlns:a16="http://schemas.microsoft.com/office/drawing/2014/main" id="{5D0019C0-180C-FD12-9627-66F4EAA9F273}"/>
              </a:ext>
            </a:extLst>
          </p:cNvPr>
          <p:cNvSpPr txBox="1"/>
          <p:nvPr/>
        </p:nvSpPr>
        <p:spPr>
          <a:xfrm>
            <a:off x="533400" y="1390650"/>
            <a:ext cx="11525250" cy="4154984"/>
          </a:xfrm>
          <a:prstGeom prst="rect">
            <a:avLst/>
          </a:prstGeom>
          <a:noFill/>
        </p:spPr>
        <p:txBody>
          <a:bodyPr wrap="square" rtlCol="0">
            <a:spAutoFit/>
          </a:bodyPr>
          <a:lstStyle/>
          <a:p>
            <a:pPr marL="342900" indent="-342900">
              <a:buFont typeface="Wingdings" panose="05000000000000000000" pitchFamily="2" charset="2"/>
              <a:buChar char="n"/>
            </a:pPr>
            <a:r>
              <a:rPr lang="ja-JP" altLang="en-US" sz="2400" dirty="0"/>
              <a:t>作ったもの：清一色トレーニング</a:t>
            </a:r>
            <a:endParaRPr lang="en-US" altLang="ja-JP" sz="2400" dirty="0"/>
          </a:p>
          <a:p>
            <a:pPr marL="342900" indent="-342900">
              <a:buFont typeface="Wingdings" panose="05000000000000000000" pitchFamily="2" charset="2"/>
              <a:buChar char="n"/>
            </a:pPr>
            <a:endParaRPr lang="en-US" altLang="ja-JP" sz="2400" dirty="0"/>
          </a:p>
          <a:p>
            <a:pPr marL="342900" indent="-342900">
              <a:buFont typeface="Wingdings" panose="05000000000000000000" pitchFamily="2" charset="2"/>
              <a:buChar char="n"/>
            </a:pPr>
            <a:r>
              <a:rPr lang="ja-JP" altLang="en-US" sz="2400" dirty="0"/>
              <a:t>目的：麻雀におけるアガリ「この形は完成形なのか？」を瞬時に判断する練習</a:t>
            </a:r>
            <a:endParaRPr lang="en-US" altLang="ja-JP" sz="2400" dirty="0"/>
          </a:p>
          <a:p>
            <a:pPr lvl="1"/>
            <a:endParaRPr lang="en-US" altLang="ja-JP" sz="2400" dirty="0"/>
          </a:p>
          <a:p>
            <a:pPr marL="342900" indent="-342900">
              <a:buFont typeface="Wingdings" panose="05000000000000000000" pitchFamily="2" charset="2"/>
              <a:buChar char="n"/>
            </a:pPr>
            <a:r>
              <a:rPr lang="ja-JP" altLang="en-US" sz="2400" dirty="0"/>
              <a:t>製作のモチベーション</a:t>
            </a:r>
            <a:endParaRPr lang="en-US" altLang="ja-JP" sz="2400" dirty="0"/>
          </a:p>
          <a:p>
            <a:pPr marL="800100" lvl="1" indent="-342900">
              <a:buFont typeface="Arial" panose="020B0604020202020204" pitchFamily="34" charset="0"/>
              <a:buChar char="•"/>
            </a:pPr>
            <a:r>
              <a:rPr lang="ja-JP" altLang="en-US" sz="2400" dirty="0"/>
              <a:t>麻雀が好きだが、リアルで打つと待ち牌がわからなくなることがあった</a:t>
            </a:r>
            <a:endParaRPr lang="en-US" altLang="ja-JP" sz="2400" dirty="0"/>
          </a:p>
          <a:p>
            <a:pPr marL="800100" lvl="1" indent="-342900">
              <a:buFont typeface="Arial" panose="020B0604020202020204" pitchFamily="34" charset="0"/>
              <a:buChar char="•"/>
            </a:pPr>
            <a:r>
              <a:rPr lang="ja-JP" altLang="en-US" sz="2400" dirty="0"/>
              <a:t>麻雀の判断練習と</a:t>
            </a:r>
            <a:r>
              <a:rPr lang="en-US" altLang="ja-JP" sz="2400" dirty="0"/>
              <a:t>JS</a:t>
            </a:r>
            <a:r>
              <a:rPr lang="ja-JP" altLang="en-US" sz="2400" dirty="0"/>
              <a:t>の実装を同時に実現したかった</a:t>
            </a:r>
            <a:endParaRPr lang="en-US" altLang="ja-JP" sz="2400" dirty="0"/>
          </a:p>
          <a:p>
            <a:pPr marL="800100" lvl="1" indent="-342900">
              <a:buFont typeface="Arial" panose="020B0604020202020204" pitchFamily="34" charset="0"/>
              <a:buChar char="•"/>
            </a:pPr>
            <a:endParaRPr lang="en-US" altLang="ja-JP" sz="2400" dirty="0"/>
          </a:p>
          <a:p>
            <a:pPr marL="342900" indent="-342900">
              <a:buFont typeface="Wingdings" panose="05000000000000000000" pitchFamily="2" charset="2"/>
              <a:buChar char="n"/>
            </a:pPr>
            <a:r>
              <a:rPr lang="ja-JP" altLang="en-US" sz="2400" dirty="0"/>
              <a:t>清一色とは</a:t>
            </a:r>
            <a:endParaRPr lang="en-US" altLang="ja-JP" sz="2400" dirty="0"/>
          </a:p>
          <a:p>
            <a:pPr marL="800100" lvl="1" indent="-342900">
              <a:buFont typeface="Arial" panose="020B0604020202020204" pitchFamily="34" charset="0"/>
              <a:buChar char="•"/>
            </a:pPr>
            <a:r>
              <a:rPr lang="ja-JP" altLang="en-US" sz="2400" dirty="0"/>
              <a:t>数字が</a:t>
            </a:r>
            <a:r>
              <a:rPr lang="en-US" altLang="ja-JP" sz="2400" dirty="0"/>
              <a:t>1~9</a:t>
            </a:r>
            <a:r>
              <a:rPr lang="ja-JP" altLang="en-US" sz="2400" dirty="0"/>
              <a:t>までの「</a:t>
            </a:r>
            <a:r>
              <a:rPr lang="en-US" altLang="ja-JP" sz="2400" dirty="0"/>
              <a:t>1</a:t>
            </a:r>
            <a:r>
              <a:rPr lang="ja-JP" altLang="en-US" sz="2400" dirty="0"/>
              <a:t>種類だけ」で構成される役</a:t>
            </a:r>
            <a:endParaRPr lang="en-US" altLang="ja-JP" sz="2400" dirty="0"/>
          </a:p>
          <a:p>
            <a:pPr marL="342900" indent="-342900">
              <a:buFont typeface="Arial" panose="020B0604020202020204" pitchFamily="34" charset="0"/>
              <a:buChar char="•"/>
            </a:pPr>
            <a:endParaRPr lang="en-US" altLang="ja-JP" sz="2400" dirty="0"/>
          </a:p>
        </p:txBody>
      </p:sp>
      <p:sp>
        <p:nvSpPr>
          <p:cNvPr id="8" name="テキスト ボックス 7">
            <a:extLst>
              <a:ext uri="{FF2B5EF4-FFF2-40B4-BE49-F238E27FC236}">
                <a16:creationId xmlns:a16="http://schemas.microsoft.com/office/drawing/2014/main" id="{7840C567-2C9A-50D1-41BF-4BD7E4FA98DD}"/>
              </a:ext>
            </a:extLst>
          </p:cNvPr>
          <p:cNvSpPr txBox="1"/>
          <p:nvPr/>
        </p:nvSpPr>
        <p:spPr>
          <a:xfrm>
            <a:off x="7794830" y="6325666"/>
            <a:ext cx="4263820" cy="369332"/>
          </a:xfrm>
          <a:prstGeom prst="rect">
            <a:avLst/>
          </a:prstGeom>
          <a:noFill/>
        </p:spPr>
        <p:txBody>
          <a:bodyPr wrap="square">
            <a:spAutoFit/>
          </a:bodyPr>
          <a:lstStyle/>
          <a:p>
            <a:r>
              <a:rPr lang="ja-JP" altLang="en-US" dirty="0"/>
              <a:t>https://mahjongcollege.com/yaku/1898/</a:t>
            </a:r>
          </a:p>
        </p:txBody>
      </p:sp>
    </p:spTree>
    <p:extLst>
      <p:ext uri="{BB962C8B-B14F-4D97-AF65-F5344CB8AC3E}">
        <p14:creationId xmlns:p14="http://schemas.microsoft.com/office/powerpoint/2010/main" val="1261462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DAF04-8C7A-FFA9-F17A-1494322CB4E8}"/>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9285CD14-DF9E-F2E5-27ED-00BA5453CB2F}"/>
              </a:ext>
            </a:extLst>
          </p:cNvPr>
          <p:cNvSpPr>
            <a:spLocks noGrp="1"/>
          </p:cNvSpPr>
          <p:nvPr>
            <p:ph type="body" sz="quarter" idx="10"/>
          </p:nvPr>
        </p:nvSpPr>
        <p:spPr/>
        <p:txBody>
          <a:bodyPr/>
          <a:lstStyle/>
          <a:p>
            <a:r>
              <a:rPr kumimoji="1" lang="ja-JP" altLang="en-US" dirty="0"/>
              <a:t>概要</a:t>
            </a:r>
            <a:r>
              <a:rPr kumimoji="1" lang="en-US" altLang="ja-JP" dirty="0"/>
              <a:t> - </a:t>
            </a:r>
            <a:r>
              <a:rPr kumimoji="1" lang="ja-JP" altLang="en-US" dirty="0"/>
              <a:t>このデモで必要な前提</a:t>
            </a:r>
          </a:p>
        </p:txBody>
      </p:sp>
      <p:sp>
        <p:nvSpPr>
          <p:cNvPr id="4" name="テキスト ボックス 3">
            <a:extLst>
              <a:ext uri="{FF2B5EF4-FFF2-40B4-BE49-F238E27FC236}">
                <a16:creationId xmlns:a16="http://schemas.microsoft.com/office/drawing/2014/main" id="{0F4D21B9-B976-966C-08DC-2B77E3C4A666}"/>
              </a:ext>
            </a:extLst>
          </p:cNvPr>
          <p:cNvSpPr txBox="1"/>
          <p:nvPr/>
        </p:nvSpPr>
        <p:spPr>
          <a:xfrm>
            <a:off x="533400" y="1390650"/>
            <a:ext cx="11525250" cy="4154984"/>
          </a:xfrm>
          <a:prstGeom prst="rect">
            <a:avLst/>
          </a:prstGeom>
          <a:noFill/>
        </p:spPr>
        <p:txBody>
          <a:bodyPr wrap="square" rtlCol="0">
            <a:spAutoFit/>
          </a:bodyPr>
          <a:lstStyle/>
          <a:p>
            <a:r>
              <a:rPr lang="ja-JP" altLang="en-US" sz="2400" dirty="0"/>
              <a:t>このアプリは「判断クイズ」</a:t>
            </a:r>
            <a:endParaRPr lang="en-US" altLang="ja-JP" sz="2400" dirty="0"/>
          </a:p>
          <a:p>
            <a:endParaRPr lang="en-US" altLang="ja-JP" sz="2400" dirty="0"/>
          </a:p>
          <a:p>
            <a:r>
              <a:rPr lang="ja-JP" altLang="en-US" sz="2400" dirty="0"/>
              <a:t>麻雀ではランダムに並んだ牌（数字のカードのようなもの）が配られる</a:t>
            </a:r>
            <a:br>
              <a:rPr lang="en-US" altLang="ja-JP" sz="2400" dirty="0"/>
            </a:br>
            <a:endParaRPr lang="en-US" altLang="ja-JP" sz="2400" dirty="0"/>
          </a:p>
          <a:p>
            <a:r>
              <a:rPr lang="ja-JP" altLang="en-US" sz="2400" dirty="0"/>
              <a:t>プレイしている人は以下を判断する必要がある</a:t>
            </a:r>
            <a:endParaRPr lang="en-US" altLang="ja-JP" sz="2400" dirty="0"/>
          </a:p>
          <a:p>
            <a:pPr marL="457200" indent="-457200">
              <a:buFont typeface="+mj-lt"/>
              <a:buAutoNum type="arabicPeriod"/>
            </a:pPr>
            <a:r>
              <a:rPr lang="ja-JP" altLang="en-US" sz="2400" dirty="0"/>
              <a:t>この状態で、あと</a:t>
            </a:r>
            <a:r>
              <a:rPr lang="en-US" altLang="ja-JP" sz="2400" dirty="0"/>
              <a:t>1</a:t>
            </a:r>
            <a:r>
              <a:rPr lang="ja-JP" altLang="en-US" sz="2400" dirty="0"/>
              <a:t>枚で完成するか？  </a:t>
            </a:r>
            <a:endParaRPr lang="en-US" altLang="ja-JP" sz="2400" dirty="0"/>
          </a:p>
          <a:p>
            <a:pPr marL="457200" indent="-457200">
              <a:buFont typeface="+mj-lt"/>
              <a:buAutoNum type="arabicPeriod"/>
            </a:pPr>
            <a:r>
              <a:rPr lang="ja-JP" altLang="en-US" sz="2400" dirty="0"/>
              <a:t>完成するなら、どの数字が来れば完成するか？</a:t>
            </a:r>
            <a:endParaRPr lang="en-US" altLang="ja-JP" sz="2400" dirty="0"/>
          </a:p>
          <a:p>
            <a:pPr marL="342900" indent="-342900">
              <a:buFont typeface="Wingdings" panose="05000000000000000000" pitchFamily="2" charset="2"/>
              <a:buChar char="n"/>
            </a:pPr>
            <a:endParaRPr lang="en-US" altLang="ja-JP" sz="2400" dirty="0"/>
          </a:p>
          <a:p>
            <a:r>
              <a:rPr lang="ja-JP" altLang="en-US" sz="2400" dirty="0"/>
              <a:t>ルールや勝ち負けは知らなくて大丈夫です</a:t>
            </a:r>
            <a:endParaRPr lang="en-US" altLang="ja-JP" sz="2400" dirty="0"/>
          </a:p>
          <a:p>
            <a:r>
              <a:rPr lang="ja-JP" altLang="en-US" sz="2400" dirty="0"/>
              <a:t>形が「完成形かどうか」を当てるパズルだと思ってください</a:t>
            </a:r>
            <a:endParaRPr lang="en-US" altLang="ja-JP" sz="2400" dirty="0"/>
          </a:p>
          <a:p>
            <a:endParaRPr lang="en-US" altLang="ja-JP" sz="2400" dirty="0"/>
          </a:p>
        </p:txBody>
      </p:sp>
      <p:sp>
        <p:nvSpPr>
          <p:cNvPr id="5" name="コンテンツ プレースホルダー 4">
            <a:extLst>
              <a:ext uri="{FF2B5EF4-FFF2-40B4-BE49-F238E27FC236}">
                <a16:creationId xmlns:a16="http://schemas.microsoft.com/office/drawing/2014/main" id="{B8F22761-8830-B184-E826-17D26436D184}"/>
              </a:ext>
            </a:extLst>
          </p:cNvPr>
          <p:cNvSpPr>
            <a:spLocks noGrp="1"/>
          </p:cNvSpPr>
          <p:nvPr>
            <p:ph sz="quarter" idx="19"/>
          </p:nvPr>
        </p:nvSpPr>
        <p:spPr/>
        <p:txBody>
          <a:bodyPr>
            <a:normAutofit fontScale="92500"/>
          </a:bodyPr>
          <a:lstStyle/>
          <a:p>
            <a:endParaRPr lang="ja-JP" altLang="en-US"/>
          </a:p>
        </p:txBody>
      </p:sp>
    </p:spTree>
    <p:extLst>
      <p:ext uri="{BB962C8B-B14F-4D97-AF65-F5344CB8AC3E}">
        <p14:creationId xmlns:p14="http://schemas.microsoft.com/office/powerpoint/2010/main" val="4295471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D427B-5051-45CA-584A-5D9C761AFFCA}"/>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EB486668-164E-19DB-5B1A-0AE19B0D3654}"/>
              </a:ext>
            </a:extLst>
          </p:cNvPr>
          <p:cNvSpPr>
            <a:spLocks noGrp="1"/>
          </p:cNvSpPr>
          <p:nvPr>
            <p:ph type="body" sz="quarter" idx="10"/>
          </p:nvPr>
        </p:nvSpPr>
        <p:spPr/>
        <p:txBody>
          <a:bodyPr/>
          <a:lstStyle/>
          <a:p>
            <a:r>
              <a:rPr kumimoji="1" lang="ja-JP" altLang="en-US" dirty="0"/>
              <a:t>概要 </a:t>
            </a:r>
            <a:r>
              <a:rPr kumimoji="1" lang="en-US" altLang="ja-JP" dirty="0"/>
              <a:t>- </a:t>
            </a:r>
            <a:r>
              <a:rPr kumimoji="1" lang="ja-JP" altLang="en-US" dirty="0"/>
              <a:t>このデモで使う言葉</a:t>
            </a:r>
          </a:p>
        </p:txBody>
      </p:sp>
      <p:sp>
        <p:nvSpPr>
          <p:cNvPr id="4" name="テキスト ボックス 3">
            <a:extLst>
              <a:ext uri="{FF2B5EF4-FFF2-40B4-BE49-F238E27FC236}">
                <a16:creationId xmlns:a16="http://schemas.microsoft.com/office/drawing/2014/main" id="{F398D57E-696D-F177-3F3E-CF52EC6527E9}"/>
              </a:ext>
            </a:extLst>
          </p:cNvPr>
          <p:cNvSpPr txBox="1"/>
          <p:nvPr/>
        </p:nvSpPr>
        <p:spPr>
          <a:xfrm>
            <a:off x="533400" y="1390650"/>
            <a:ext cx="11525250" cy="4154984"/>
          </a:xfrm>
          <a:prstGeom prst="rect">
            <a:avLst/>
          </a:prstGeom>
          <a:noFill/>
        </p:spPr>
        <p:txBody>
          <a:bodyPr wrap="square" rtlCol="0">
            <a:spAutoFit/>
          </a:bodyPr>
          <a:lstStyle/>
          <a:p>
            <a:pPr marL="342900" indent="-342900">
              <a:buFont typeface="Arial" panose="020B0604020202020204" pitchFamily="34" charset="0"/>
              <a:buChar char="•"/>
            </a:pPr>
            <a:r>
              <a:rPr lang="ja-JP" altLang="en-US" sz="2400" dirty="0"/>
              <a:t>手牌（てはい）</a:t>
            </a:r>
            <a:br>
              <a:rPr lang="en-US" altLang="ja-JP" sz="2400" dirty="0"/>
            </a:br>
            <a:r>
              <a:rPr lang="ja-JP" altLang="en-US" sz="2400" dirty="0"/>
              <a:t>→今、画面に表示されている数字の並び</a:t>
            </a:r>
            <a:endParaRPr lang="en-US" altLang="ja-JP" sz="2400" dirty="0"/>
          </a:p>
          <a:p>
            <a:endParaRPr lang="en-US" altLang="ja-JP" sz="2400" dirty="0"/>
          </a:p>
          <a:p>
            <a:pPr marL="342900" indent="-342900">
              <a:buFont typeface="Arial" panose="020B0604020202020204" pitchFamily="34" charset="0"/>
              <a:buChar char="•"/>
            </a:pPr>
            <a:r>
              <a:rPr lang="ja-JP" altLang="en-US" sz="2400" dirty="0"/>
              <a:t>テンパイ</a:t>
            </a:r>
            <a:br>
              <a:rPr lang="en-US" altLang="ja-JP" sz="2400" dirty="0"/>
            </a:br>
            <a:r>
              <a:rPr lang="ja-JP" altLang="en-US" sz="2400" dirty="0"/>
              <a:t>→あと</a:t>
            </a:r>
            <a:r>
              <a:rPr lang="en-US" altLang="ja-JP" sz="2400" dirty="0"/>
              <a:t>1</a:t>
            </a:r>
            <a:r>
              <a:rPr lang="ja-JP" altLang="en-US" sz="2400" dirty="0"/>
              <a:t>枚で完成する状態</a:t>
            </a:r>
            <a:br>
              <a:rPr lang="en-US" altLang="ja-JP" sz="2400" dirty="0"/>
            </a:br>
            <a:endParaRPr lang="en-US" altLang="ja-JP" sz="2400" dirty="0"/>
          </a:p>
          <a:p>
            <a:pPr marL="342900" indent="-342900">
              <a:buFont typeface="Arial" panose="020B0604020202020204" pitchFamily="34" charset="0"/>
              <a:buChar char="•"/>
            </a:pPr>
            <a:r>
              <a:rPr lang="ja-JP" altLang="en-US" sz="2400" dirty="0"/>
              <a:t>ノーテン</a:t>
            </a:r>
            <a:br>
              <a:rPr lang="en-US" altLang="ja-JP" sz="2400" dirty="0"/>
            </a:br>
            <a:r>
              <a:rPr lang="ja-JP" altLang="en-US" sz="2400" dirty="0"/>
              <a:t>→あと</a:t>
            </a:r>
            <a:r>
              <a:rPr lang="en-US" altLang="ja-JP" sz="2400" dirty="0"/>
              <a:t>1</a:t>
            </a:r>
            <a:r>
              <a:rPr lang="ja-JP" altLang="en-US" sz="2400" dirty="0"/>
              <a:t>枚引いても、まだ完成しない状態</a:t>
            </a:r>
            <a:br>
              <a:rPr lang="en-US" altLang="ja-JP" sz="2400" dirty="0"/>
            </a:br>
            <a:endParaRPr lang="en-US" altLang="ja-JP" sz="2400" dirty="0"/>
          </a:p>
          <a:p>
            <a:pPr marL="342900" indent="-342900">
              <a:buFont typeface="Arial" panose="020B0604020202020204" pitchFamily="34" charset="0"/>
              <a:buChar char="•"/>
            </a:pPr>
            <a:r>
              <a:rPr lang="ja-JP" altLang="en-US" sz="2400" dirty="0"/>
              <a:t>待ち牌</a:t>
            </a:r>
            <a:br>
              <a:rPr lang="en-US" altLang="ja-JP" sz="2400" dirty="0"/>
            </a:br>
            <a:r>
              <a:rPr lang="ja-JP" altLang="en-US" sz="2400" dirty="0"/>
              <a:t>→完成させるために必要な牌</a:t>
            </a:r>
            <a:r>
              <a:rPr lang="en-US" altLang="ja-JP" sz="2400" dirty="0"/>
              <a:t>(</a:t>
            </a:r>
            <a:r>
              <a:rPr lang="ja-JP" altLang="en-US" sz="2400" dirty="0"/>
              <a:t>数字</a:t>
            </a:r>
            <a:r>
              <a:rPr lang="en-US" altLang="ja-JP" sz="2400" dirty="0"/>
              <a:t>)</a:t>
            </a:r>
          </a:p>
        </p:txBody>
      </p:sp>
      <p:sp>
        <p:nvSpPr>
          <p:cNvPr id="5" name="コンテンツ プレースホルダー 4">
            <a:extLst>
              <a:ext uri="{FF2B5EF4-FFF2-40B4-BE49-F238E27FC236}">
                <a16:creationId xmlns:a16="http://schemas.microsoft.com/office/drawing/2014/main" id="{B31DC274-8CFE-FCDC-AF6E-FE8A24588315}"/>
              </a:ext>
            </a:extLst>
          </p:cNvPr>
          <p:cNvSpPr>
            <a:spLocks noGrp="1"/>
          </p:cNvSpPr>
          <p:nvPr>
            <p:ph sz="quarter" idx="19"/>
          </p:nvPr>
        </p:nvSpPr>
        <p:spPr/>
        <p:txBody>
          <a:bodyPr>
            <a:normAutofit fontScale="92500"/>
          </a:bodyPr>
          <a:lstStyle/>
          <a:p>
            <a:endParaRPr lang="ja-JP" altLang="en-US"/>
          </a:p>
        </p:txBody>
      </p:sp>
    </p:spTree>
    <p:extLst>
      <p:ext uri="{BB962C8B-B14F-4D97-AF65-F5344CB8AC3E}">
        <p14:creationId xmlns:p14="http://schemas.microsoft.com/office/powerpoint/2010/main" val="1391982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475B0-2F24-7E7B-7FF8-C32793EC2037}"/>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423B9BA4-04D4-C51C-B7C8-F36D109C7988}"/>
              </a:ext>
            </a:extLst>
          </p:cNvPr>
          <p:cNvSpPr>
            <a:spLocks noGrp="1"/>
          </p:cNvSpPr>
          <p:nvPr>
            <p:ph type="body" sz="quarter" idx="10"/>
          </p:nvPr>
        </p:nvSpPr>
        <p:spPr/>
        <p:txBody>
          <a:bodyPr/>
          <a:lstStyle/>
          <a:p>
            <a:r>
              <a:rPr kumimoji="1" lang="ja-JP" altLang="en-US" dirty="0"/>
              <a:t>機能紹介</a:t>
            </a:r>
          </a:p>
        </p:txBody>
      </p:sp>
      <p:pic>
        <p:nvPicPr>
          <p:cNvPr id="8" name="図 7">
            <a:extLst>
              <a:ext uri="{FF2B5EF4-FFF2-40B4-BE49-F238E27FC236}">
                <a16:creationId xmlns:a16="http://schemas.microsoft.com/office/drawing/2014/main" id="{56654B82-CD11-B361-FF5E-9230B70178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7661" y="1721182"/>
            <a:ext cx="6310030" cy="3630238"/>
          </a:xfrm>
          <a:prstGeom prst="rect">
            <a:avLst/>
          </a:prstGeom>
        </p:spPr>
      </p:pic>
      <p:sp>
        <p:nvSpPr>
          <p:cNvPr id="10" name="テキスト ボックス 9">
            <a:extLst>
              <a:ext uri="{FF2B5EF4-FFF2-40B4-BE49-F238E27FC236}">
                <a16:creationId xmlns:a16="http://schemas.microsoft.com/office/drawing/2014/main" id="{ADA467C4-177D-95B9-9B5A-1C769C322ABF}"/>
              </a:ext>
            </a:extLst>
          </p:cNvPr>
          <p:cNvSpPr txBox="1"/>
          <p:nvPr/>
        </p:nvSpPr>
        <p:spPr>
          <a:xfrm>
            <a:off x="361657" y="1100583"/>
            <a:ext cx="2405743" cy="461665"/>
          </a:xfrm>
          <a:prstGeom prst="rect">
            <a:avLst/>
          </a:prstGeom>
          <a:noFill/>
        </p:spPr>
        <p:txBody>
          <a:bodyPr wrap="square" rtlCol="0">
            <a:spAutoFit/>
          </a:bodyPr>
          <a:lstStyle/>
          <a:p>
            <a:r>
              <a:rPr kumimoji="1" lang="ja-JP" altLang="en-US" sz="2400" dirty="0"/>
              <a:t>ゲーム画面</a:t>
            </a:r>
          </a:p>
        </p:txBody>
      </p:sp>
      <p:pic>
        <p:nvPicPr>
          <p:cNvPr id="12" name="図 11">
            <a:extLst>
              <a:ext uri="{FF2B5EF4-FFF2-40B4-BE49-F238E27FC236}">
                <a16:creationId xmlns:a16="http://schemas.microsoft.com/office/drawing/2014/main" id="{42091334-375F-CCB8-C235-1541E1E622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96041" y="1721182"/>
            <a:ext cx="4278298" cy="3923313"/>
          </a:xfrm>
          <a:prstGeom prst="rect">
            <a:avLst/>
          </a:prstGeom>
        </p:spPr>
      </p:pic>
      <p:sp>
        <p:nvSpPr>
          <p:cNvPr id="13" name="テキスト ボックス 12">
            <a:extLst>
              <a:ext uri="{FF2B5EF4-FFF2-40B4-BE49-F238E27FC236}">
                <a16:creationId xmlns:a16="http://schemas.microsoft.com/office/drawing/2014/main" id="{19CC594F-1BF5-6BC9-D39B-C2F4C47A13FE}"/>
              </a:ext>
            </a:extLst>
          </p:cNvPr>
          <p:cNvSpPr txBox="1"/>
          <p:nvPr/>
        </p:nvSpPr>
        <p:spPr>
          <a:xfrm>
            <a:off x="7290739" y="1100583"/>
            <a:ext cx="3701965" cy="461665"/>
          </a:xfrm>
          <a:prstGeom prst="rect">
            <a:avLst/>
          </a:prstGeom>
          <a:noFill/>
        </p:spPr>
        <p:txBody>
          <a:bodyPr wrap="square" rtlCol="0">
            <a:spAutoFit/>
          </a:bodyPr>
          <a:lstStyle/>
          <a:p>
            <a:r>
              <a:rPr kumimoji="1" lang="ja-JP" altLang="en-US" sz="2400" dirty="0"/>
              <a:t>ランキング画面</a:t>
            </a:r>
          </a:p>
        </p:txBody>
      </p:sp>
      <p:sp>
        <p:nvSpPr>
          <p:cNvPr id="15" name="コンテンツ プレースホルダー 14">
            <a:extLst>
              <a:ext uri="{FF2B5EF4-FFF2-40B4-BE49-F238E27FC236}">
                <a16:creationId xmlns:a16="http://schemas.microsoft.com/office/drawing/2014/main" id="{1C8B144F-64A6-E6FF-F58C-B82090423B14}"/>
              </a:ext>
            </a:extLst>
          </p:cNvPr>
          <p:cNvSpPr>
            <a:spLocks noGrp="1"/>
          </p:cNvSpPr>
          <p:nvPr>
            <p:ph sz="quarter" idx="19"/>
          </p:nvPr>
        </p:nvSpPr>
        <p:spPr/>
        <p:txBody>
          <a:bodyPr>
            <a:normAutofit fontScale="92500"/>
          </a:bodyPr>
          <a:lstStyle/>
          <a:p>
            <a:endParaRPr lang="ja-JP" altLang="en-US"/>
          </a:p>
        </p:txBody>
      </p:sp>
      <p:sp>
        <p:nvSpPr>
          <p:cNvPr id="16" name="テキスト ボックス 15">
            <a:extLst>
              <a:ext uri="{FF2B5EF4-FFF2-40B4-BE49-F238E27FC236}">
                <a16:creationId xmlns:a16="http://schemas.microsoft.com/office/drawing/2014/main" id="{EE95561A-1DDA-1C72-5C97-EA994D4139BB}"/>
              </a:ext>
            </a:extLst>
          </p:cNvPr>
          <p:cNvSpPr txBox="1"/>
          <p:nvPr/>
        </p:nvSpPr>
        <p:spPr>
          <a:xfrm>
            <a:off x="517661" y="5644495"/>
            <a:ext cx="4791758" cy="830997"/>
          </a:xfrm>
          <a:prstGeom prst="rect">
            <a:avLst/>
          </a:prstGeom>
          <a:noFill/>
        </p:spPr>
        <p:txBody>
          <a:bodyPr wrap="square" rtlCol="0">
            <a:spAutoFit/>
          </a:bodyPr>
          <a:lstStyle/>
          <a:p>
            <a:r>
              <a:rPr lang="ja-JP" altLang="en-US" sz="2400" dirty="0"/>
              <a:t>テンパイ</a:t>
            </a:r>
            <a:r>
              <a:rPr lang="en-US" altLang="ja-JP" sz="2400" dirty="0"/>
              <a:t>/</a:t>
            </a:r>
            <a:r>
              <a:rPr lang="ja-JP" altLang="en-US" sz="2400" dirty="0"/>
              <a:t>ノーテンを回答</a:t>
            </a:r>
            <a:br>
              <a:rPr lang="en-US" altLang="ja-JP" sz="2400" dirty="0"/>
            </a:br>
            <a:r>
              <a:rPr lang="ja-JP" altLang="en-US" sz="2400" dirty="0"/>
              <a:t>テンパイの場合は待ち牌も回答</a:t>
            </a:r>
            <a:endParaRPr kumimoji="1" lang="ja-JP" altLang="en-US" sz="2400" dirty="0"/>
          </a:p>
        </p:txBody>
      </p:sp>
      <p:sp>
        <p:nvSpPr>
          <p:cNvPr id="17" name="テキスト ボックス 16">
            <a:extLst>
              <a:ext uri="{FF2B5EF4-FFF2-40B4-BE49-F238E27FC236}">
                <a16:creationId xmlns:a16="http://schemas.microsoft.com/office/drawing/2014/main" id="{7A85EF77-AE66-94CE-87DB-363E907FF03C}"/>
              </a:ext>
            </a:extLst>
          </p:cNvPr>
          <p:cNvSpPr txBox="1"/>
          <p:nvPr/>
        </p:nvSpPr>
        <p:spPr>
          <a:xfrm>
            <a:off x="7290739" y="5644495"/>
            <a:ext cx="4791758" cy="830997"/>
          </a:xfrm>
          <a:prstGeom prst="rect">
            <a:avLst/>
          </a:prstGeom>
          <a:noFill/>
        </p:spPr>
        <p:txBody>
          <a:bodyPr wrap="square" rtlCol="0">
            <a:spAutoFit/>
          </a:bodyPr>
          <a:lstStyle/>
          <a:p>
            <a:r>
              <a:rPr kumimoji="1" lang="ja-JP" altLang="en-US" sz="2400" dirty="0"/>
              <a:t>過去の自分の記録を確認可能</a:t>
            </a:r>
            <a:endParaRPr kumimoji="1" lang="en-US" altLang="ja-JP" sz="2400" dirty="0"/>
          </a:p>
          <a:p>
            <a:r>
              <a:rPr kumimoji="1" lang="ja-JP" altLang="en-US" sz="2400" dirty="0"/>
              <a:t>学習のモチベ向上につながる</a:t>
            </a:r>
          </a:p>
        </p:txBody>
      </p:sp>
    </p:spTree>
    <p:extLst>
      <p:ext uri="{BB962C8B-B14F-4D97-AF65-F5344CB8AC3E}">
        <p14:creationId xmlns:p14="http://schemas.microsoft.com/office/powerpoint/2010/main" val="5015986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85BDD-0B0A-FF2C-933D-76C251526E1E}"/>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40BD094C-EA00-1739-FFE7-84F89BC59B84}"/>
              </a:ext>
            </a:extLst>
          </p:cNvPr>
          <p:cNvSpPr>
            <a:spLocks noGrp="1"/>
          </p:cNvSpPr>
          <p:nvPr>
            <p:ph type="body" sz="quarter" idx="10"/>
          </p:nvPr>
        </p:nvSpPr>
        <p:spPr/>
        <p:txBody>
          <a:bodyPr/>
          <a:lstStyle/>
          <a:p>
            <a:r>
              <a:rPr kumimoji="1" lang="ja-JP" altLang="en-US" dirty="0"/>
              <a:t>デモ</a:t>
            </a:r>
          </a:p>
        </p:txBody>
      </p:sp>
      <p:sp>
        <p:nvSpPr>
          <p:cNvPr id="15" name="コンテンツ プレースホルダー 14">
            <a:extLst>
              <a:ext uri="{FF2B5EF4-FFF2-40B4-BE49-F238E27FC236}">
                <a16:creationId xmlns:a16="http://schemas.microsoft.com/office/drawing/2014/main" id="{0810BA6D-58A0-B5FA-F0C4-76DA8FD2F49F}"/>
              </a:ext>
            </a:extLst>
          </p:cNvPr>
          <p:cNvSpPr>
            <a:spLocks noGrp="1"/>
          </p:cNvSpPr>
          <p:nvPr>
            <p:ph sz="quarter" idx="19"/>
          </p:nvPr>
        </p:nvSpPr>
        <p:spPr/>
        <p:txBody>
          <a:bodyPr>
            <a:normAutofit fontScale="92500"/>
          </a:bodyPr>
          <a:lstStyle/>
          <a:p>
            <a:endParaRPr lang="ja-JP" altLang="en-US"/>
          </a:p>
        </p:txBody>
      </p:sp>
      <p:pic>
        <p:nvPicPr>
          <p:cNvPr id="3" name="図 2">
            <a:extLst>
              <a:ext uri="{FF2B5EF4-FFF2-40B4-BE49-F238E27FC236}">
                <a16:creationId xmlns:a16="http://schemas.microsoft.com/office/drawing/2014/main" id="{9510DF85-1EF0-DEFC-D9E9-CC6EA1F2CF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0598" y="1375836"/>
            <a:ext cx="8950804" cy="5149508"/>
          </a:xfrm>
          <a:prstGeom prst="rect">
            <a:avLst/>
          </a:prstGeom>
        </p:spPr>
      </p:pic>
    </p:spTree>
    <p:extLst>
      <p:ext uri="{BB962C8B-B14F-4D97-AF65-F5344CB8AC3E}">
        <p14:creationId xmlns:p14="http://schemas.microsoft.com/office/powerpoint/2010/main" val="30700873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BF9C6-81B5-889A-AF9C-9F131D5EC645}"/>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AC949830-63EF-4569-1CF0-B0160C487E65}"/>
              </a:ext>
            </a:extLst>
          </p:cNvPr>
          <p:cNvSpPr>
            <a:spLocks noGrp="1"/>
          </p:cNvSpPr>
          <p:nvPr>
            <p:ph type="body" sz="quarter" idx="10"/>
          </p:nvPr>
        </p:nvSpPr>
        <p:spPr/>
        <p:txBody>
          <a:bodyPr/>
          <a:lstStyle/>
          <a:p>
            <a:r>
              <a:rPr kumimoji="1" lang="ja-JP" altLang="en-US" dirty="0"/>
              <a:t>技術的な工夫</a:t>
            </a:r>
          </a:p>
        </p:txBody>
      </p:sp>
      <p:sp>
        <p:nvSpPr>
          <p:cNvPr id="3" name="コンテンツ プレースホルダー 2">
            <a:extLst>
              <a:ext uri="{FF2B5EF4-FFF2-40B4-BE49-F238E27FC236}">
                <a16:creationId xmlns:a16="http://schemas.microsoft.com/office/drawing/2014/main" id="{9FB1EADC-C80C-C08C-DBC1-862DD843796E}"/>
              </a:ext>
            </a:extLst>
          </p:cNvPr>
          <p:cNvSpPr>
            <a:spLocks noGrp="1"/>
          </p:cNvSpPr>
          <p:nvPr>
            <p:ph sz="quarter" idx="19"/>
          </p:nvPr>
        </p:nvSpPr>
        <p:spPr/>
        <p:txBody>
          <a:bodyPr>
            <a:normAutofit fontScale="92500"/>
          </a:bodyPr>
          <a:lstStyle/>
          <a:p>
            <a:endParaRPr kumimoji="1" lang="ja-JP" altLang="en-US"/>
          </a:p>
        </p:txBody>
      </p:sp>
      <p:sp>
        <p:nvSpPr>
          <p:cNvPr id="4" name="テキスト ボックス 3">
            <a:extLst>
              <a:ext uri="{FF2B5EF4-FFF2-40B4-BE49-F238E27FC236}">
                <a16:creationId xmlns:a16="http://schemas.microsoft.com/office/drawing/2014/main" id="{489FB79A-2573-7ACE-D8C0-0CB747A0EC2A}"/>
              </a:ext>
            </a:extLst>
          </p:cNvPr>
          <p:cNvSpPr txBox="1"/>
          <p:nvPr/>
        </p:nvSpPr>
        <p:spPr>
          <a:xfrm>
            <a:off x="533400" y="1390650"/>
            <a:ext cx="11525250" cy="4893647"/>
          </a:xfrm>
          <a:prstGeom prst="rect">
            <a:avLst/>
          </a:prstGeom>
          <a:noFill/>
        </p:spPr>
        <p:txBody>
          <a:bodyPr wrap="square" rtlCol="0">
            <a:spAutoFit/>
          </a:bodyPr>
          <a:lstStyle/>
          <a:p>
            <a:pPr marL="342900" indent="-342900">
              <a:buFont typeface="Wingdings" panose="05000000000000000000" pitchFamily="2" charset="2"/>
              <a:buChar char="n"/>
            </a:pPr>
            <a:r>
              <a:rPr lang="ja-JP" altLang="en-US" sz="2400" dirty="0"/>
              <a:t>待ち牌の自動計算アルゴリズム</a:t>
            </a:r>
            <a:endParaRPr lang="en-US" altLang="ja-JP" sz="2400" dirty="0"/>
          </a:p>
          <a:p>
            <a:pPr marL="800100" lvl="1" indent="-342900">
              <a:buFont typeface="Arial" panose="020B0604020202020204" pitchFamily="34" charset="0"/>
              <a:buChar char="•"/>
            </a:pPr>
            <a:r>
              <a:rPr lang="en-US" altLang="ja-JP" sz="2400" dirty="0"/>
              <a:t>1〜9</a:t>
            </a:r>
            <a:r>
              <a:rPr lang="ja-JP" altLang="en-US" sz="2400" dirty="0"/>
              <a:t>を順番に手牌に追加してアガリ判定</a:t>
            </a:r>
            <a:endParaRPr lang="en-US" altLang="ja-JP" sz="2400" dirty="0"/>
          </a:p>
          <a:p>
            <a:pPr marL="1257300" lvl="2" indent="-342900">
              <a:buFont typeface="Arial" panose="020B0604020202020204" pitchFamily="34" charset="0"/>
              <a:buChar char="•"/>
            </a:pPr>
            <a:r>
              <a:rPr lang="en-US" altLang="ja-JP" sz="2400" dirty="0" err="1"/>
              <a:t>isAgari</a:t>
            </a:r>
            <a:r>
              <a:rPr lang="ja-JP" altLang="en-US" sz="2400" dirty="0"/>
              <a:t>：七対子 </a:t>
            </a:r>
            <a:r>
              <a:rPr lang="en-US" altLang="ja-JP" sz="2400" dirty="0"/>
              <a:t>/ 4</a:t>
            </a:r>
            <a:r>
              <a:rPr lang="ja-JP" altLang="en-US" sz="2400" dirty="0"/>
              <a:t>面子</a:t>
            </a:r>
            <a:r>
              <a:rPr lang="en-US" altLang="ja-JP" sz="2400" dirty="0"/>
              <a:t>1</a:t>
            </a:r>
            <a:r>
              <a:rPr lang="ja-JP" altLang="en-US" sz="2400" dirty="0"/>
              <a:t>雀頭の</a:t>
            </a:r>
            <a:r>
              <a:rPr lang="en-US" altLang="ja-JP" sz="2400" dirty="0"/>
              <a:t>2</a:t>
            </a:r>
            <a:r>
              <a:rPr lang="ja-JP" altLang="en-US" sz="2400" dirty="0"/>
              <a:t>段階判定</a:t>
            </a:r>
            <a:endParaRPr lang="en-US" altLang="ja-JP" sz="2400" dirty="0"/>
          </a:p>
          <a:p>
            <a:pPr marL="1257300" lvl="2" indent="-342900">
              <a:buFont typeface="Arial" panose="020B0604020202020204" pitchFamily="34" charset="0"/>
              <a:buChar char="•"/>
            </a:pPr>
            <a:r>
              <a:rPr lang="en-US" altLang="ja-JP" sz="2400" dirty="0" err="1"/>
              <a:t>checkMentsu</a:t>
            </a:r>
            <a:r>
              <a:rPr lang="ja-JP" altLang="en-US" sz="2400" dirty="0"/>
              <a:t>：再帰＋バックトラックで全通りを探索</a:t>
            </a:r>
            <a:endParaRPr lang="en-US" altLang="ja-JP" sz="2400" dirty="0"/>
          </a:p>
          <a:p>
            <a:pPr marL="800100" lvl="1" indent="-342900">
              <a:buFont typeface="Arial" panose="020B0604020202020204" pitchFamily="34" charset="0"/>
              <a:buChar char="•"/>
            </a:pPr>
            <a:endParaRPr lang="en-US" altLang="ja-JP" sz="2400" dirty="0"/>
          </a:p>
          <a:p>
            <a:pPr marL="342900" indent="-342900">
              <a:buFont typeface="Wingdings" panose="05000000000000000000" pitchFamily="2" charset="2"/>
              <a:buChar char="n"/>
            </a:pPr>
            <a:r>
              <a:rPr lang="ja-JP" altLang="en-US" sz="2400" dirty="0"/>
              <a:t>既存アプリとの差別化</a:t>
            </a:r>
            <a:r>
              <a:rPr lang="en-US" altLang="ja-JP" sz="2400" dirty="0"/>
              <a:t>(</a:t>
            </a:r>
            <a:r>
              <a:rPr lang="ja-JP" altLang="en-US" sz="2400" dirty="0"/>
              <a:t>問題生成の工夫</a:t>
            </a:r>
            <a:r>
              <a:rPr lang="en-US" altLang="ja-JP" sz="2400" dirty="0"/>
              <a:t>)</a:t>
            </a:r>
          </a:p>
          <a:p>
            <a:pPr marL="800100" lvl="1" indent="-342900">
              <a:buFont typeface="Arial" panose="020B0604020202020204" pitchFamily="34" charset="0"/>
              <a:buChar char="•"/>
            </a:pPr>
            <a:r>
              <a:rPr lang="ja-JP" altLang="en-US" sz="2400" dirty="0"/>
              <a:t>通常はテンパイ前提だが、ノーテン判定も実装</a:t>
            </a:r>
            <a:br>
              <a:rPr lang="en-US" altLang="ja-JP" sz="2400" dirty="0"/>
            </a:br>
            <a:r>
              <a:rPr lang="ja-JP" altLang="en-US" sz="2400" dirty="0"/>
              <a:t>→リアル麻雀ではノーテンかどうかの判断自体が難しいため</a:t>
            </a:r>
            <a:endParaRPr lang="en-US" altLang="ja-JP" sz="2400" dirty="0"/>
          </a:p>
          <a:p>
            <a:pPr marL="1257300" lvl="2" indent="-342900">
              <a:buFont typeface="Arial" panose="020B0604020202020204" pitchFamily="34" charset="0"/>
              <a:buChar char="•"/>
            </a:pPr>
            <a:r>
              <a:rPr lang="en-US" altLang="ja-JP" sz="2400" dirty="0"/>
              <a:t>50%</a:t>
            </a:r>
            <a:r>
              <a:rPr lang="ja-JP" altLang="en-US" sz="2400" dirty="0"/>
              <a:t>：テンパイ確定ルート（アガリ形から</a:t>
            </a:r>
            <a:r>
              <a:rPr lang="en-US" altLang="ja-JP" sz="2400" dirty="0"/>
              <a:t>1</a:t>
            </a:r>
            <a:r>
              <a:rPr lang="ja-JP" altLang="en-US" sz="2400" dirty="0"/>
              <a:t>枚抜く）</a:t>
            </a:r>
          </a:p>
          <a:p>
            <a:pPr marL="1257300" lvl="2" indent="-342900">
              <a:buFont typeface="Arial" panose="020B0604020202020204" pitchFamily="34" charset="0"/>
              <a:buChar char="•"/>
            </a:pPr>
            <a:r>
              <a:rPr lang="en-US" altLang="ja-JP" sz="2400" dirty="0"/>
              <a:t>50%</a:t>
            </a:r>
            <a:r>
              <a:rPr lang="ja-JP" altLang="en-US" sz="2400" dirty="0"/>
              <a:t>：完全ランダム（高確率でノーテン）</a:t>
            </a:r>
            <a:endParaRPr lang="en-US" altLang="ja-JP" sz="2400" dirty="0"/>
          </a:p>
          <a:p>
            <a:pPr marL="800100" lvl="1" indent="-342900">
              <a:buFont typeface="Arial" panose="020B0604020202020204" pitchFamily="34" charset="0"/>
              <a:buChar char="•"/>
            </a:pPr>
            <a:r>
              <a:rPr lang="ja-JP" altLang="en-US" sz="2400" dirty="0"/>
              <a:t>トレーニングデータの可視化</a:t>
            </a:r>
            <a:endParaRPr lang="en-US" altLang="ja-JP" sz="2400" dirty="0"/>
          </a:p>
          <a:p>
            <a:pPr marL="1257300" lvl="2" indent="-342900">
              <a:buFont typeface="Arial" panose="020B0604020202020204" pitchFamily="34" charset="0"/>
              <a:buChar char="•"/>
            </a:pPr>
            <a:r>
              <a:rPr lang="ja-JP" altLang="en-US" sz="2400" dirty="0"/>
              <a:t>毎日定期的にやらないと向上しないためモチベ維持のために実装</a:t>
            </a:r>
            <a:endParaRPr lang="en-US" altLang="ja-JP" sz="2400" dirty="0"/>
          </a:p>
          <a:p>
            <a:pPr marL="1257300" lvl="2" indent="-342900">
              <a:buFont typeface="Arial" panose="020B0604020202020204" pitchFamily="34" charset="0"/>
              <a:buChar char="•"/>
            </a:pPr>
            <a:r>
              <a:rPr lang="en-US" altLang="ja-JP" sz="2400" dirty="0" err="1"/>
              <a:t>localStorage</a:t>
            </a:r>
            <a:r>
              <a:rPr lang="ja-JP" altLang="en-US" sz="2400" dirty="0"/>
              <a:t>にデータを保存することでブラウザを閉じても保存される</a:t>
            </a:r>
            <a:endParaRPr lang="en-US" altLang="ja-JP" sz="2400" dirty="0"/>
          </a:p>
        </p:txBody>
      </p:sp>
    </p:spTree>
    <p:extLst>
      <p:ext uri="{BB962C8B-B14F-4D97-AF65-F5344CB8AC3E}">
        <p14:creationId xmlns:p14="http://schemas.microsoft.com/office/powerpoint/2010/main" val="31212992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B8F25-DFDD-E76A-EC44-7CBF8CADAC44}"/>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E1253120-DA8F-BFE5-B8D5-91786F32E482}"/>
              </a:ext>
            </a:extLst>
          </p:cNvPr>
          <p:cNvSpPr>
            <a:spLocks noGrp="1"/>
          </p:cNvSpPr>
          <p:nvPr>
            <p:ph type="body" sz="quarter" idx="10"/>
          </p:nvPr>
        </p:nvSpPr>
        <p:spPr/>
        <p:txBody>
          <a:bodyPr/>
          <a:lstStyle/>
          <a:p>
            <a:r>
              <a:rPr kumimoji="1" lang="ja-JP" altLang="en-US" dirty="0"/>
              <a:t>気づき</a:t>
            </a:r>
          </a:p>
        </p:txBody>
      </p:sp>
      <p:sp>
        <p:nvSpPr>
          <p:cNvPr id="3" name="コンテンツ プレースホルダー 2">
            <a:extLst>
              <a:ext uri="{FF2B5EF4-FFF2-40B4-BE49-F238E27FC236}">
                <a16:creationId xmlns:a16="http://schemas.microsoft.com/office/drawing/2014/main" id="{A9D8830C-D1F2-A6BB-DB73-9479DAA1FC7D}"/>
              </a:ext>
            </a:extLst>
          </p:cNvPr>
          <p:cNvSpPr>
            <a:spLocks noGrp="1"/>
          </p:cNvSpPr>
          <p:nvPr>
            <p:ph sz="quarter" idx="19"/>
          </p:nvPr>
        </p:nvSpPr>
        <p:spPr/>
        <p:txBody>
          <a:bodyPr>
            <a:normAutofit fontScale="92500"/>
          </a:bodyPr>
          <a:lstStyle/>
          <a:p>
            <a:endParaRPr kumimoji="1" lang="ja-JP" altLang="en-US"/>
          </a:p>
        </p:txBody>
      </p:sp>
      <p:sp>
        <p:nvSpPr>
          <p:cNvPr id="4" name="テキスト ボックス 3">
            <a:extLst>
              <a:ext uri="{FF2B5EF4-FFF2-40B4-BE49-F238E27FC236}">
                <a16:creationId xmlns:a16="http://schemas.microsoft.com/office/drawing/2014/main" id="{28C08A8D-BE53-AA25-D0C4-FE5CE4638C40}"/>
              </a:ext>
            </a:extLst>
          </p:cNvPr>
          <p:cNvSpPr txBox="1"/>
          <p:nvPr/>
        </p:nvSpPr>
        <p:spPr>
          <a:xfrm>
            <a:off x="533400" y="1390650"/>
            <a:ext cx="11525250" cy="3785652"/>
          </a:xfrm>
          <a:prstGeom prst="rect">
            <a:avLst/>
          </a:prstGeom>
          <a:noFill/>
        </p:spPr>
        <p:txBody>
          <a:bodyPr wrap="square" rtlCol="0">
            <a:spAutoFit/>
          </a:bodyPr>
          <a:lstStyle/>
          <a:p>
            <a:pPr marL="342900" indent="-342900">
              <a:buFont typeface="Wingdings" panose="05000000000000000000" pitchFamily="2" charset="2"/>
              <a:buChar char="n"/>
            </a:pPr>
            <a:r>
              <a:rPr lang="ja-JP" altLang="en-US" sz="2400" dirty="0"/>
              <a:t>アガリ牌の判定ロジックの難しさ</a:t>
            </a:r>
            <a:endParaRPr lang="en-US" altLang="ja-JP" sz="2400" dirty="0"/>
          </a:p>
          <a:p>
            <a:pPr marL="800100" lvl="1" indent="-342900">
              <a:buFont typeface="Arial" panose="020B0604020202020204" pitchFamily="34" charset="0"/>
              <a:buChar char="•"/>
            </a:pPr>
            <a:r>
              <a:rPr lang="ja-JP" altLang="en-US" sz="2400" dirty="0"/>
              <a:t>感覚でやっていることをロジック化するのは意外と難しかった</a:t>
            </a:r>
          </a:p>
          <a:p>
            <a:pPr marL="800100" lvl="1" indent="-342900">
              <a:buFont typeface="Arial" panose="020B0604020202020204" pitchFamily="34" charset="0"/>
              <a:buChar char="•"/>
            </a:pPr>
            <a:r>
              <a:rPr lang="ja-JP" altLang="en-US" sz="2400" dirty="0"/>
              <a:t>最初は麻雀全体を実装しようとしたが牌の種類が多く断念し、清一色（</a:t>
            </a:r>
            <a:r>
              <a:rPr lang="en-US" altLang="ja-JP" sz="2400" dirty="0"/>
              <a:t>1</a:t>
            </a:r>
            <a:r>
              <a:rPr lang="ja-JP" altLang="en-US" sz="2400" dirty="0"/>
              <a:t>色）に絞った</a:t>
            </a:r>
            <a:endParaRPr lang="en-US" altLang="ja-JP" sz="2400" dirty="0"/>
          </a:p>
          <a:p>
            <a:pPr marL="800100" lvl="1" indent="-342900">
              <a:buFont typeface="Arial" panose="020B0604020202020204" pitchFamily="34" charset="0"/>
              <a:buChar char="•"/>
            </a:pPr>
            <a:endParaRPr lang="en-US" altLang="ja-JP" sz="2400" dirty="0"/>
          </a:p>
          <a:p>
            <a:pPr marL="342900" indent="-342900">
              <a:buFont typeface="Wingdings" panose="05000000000000000000" pitchFamily="2" charset="2"/>
              <a:buChar char="n"/>
            </a:pPr>
            <a:r>
              <a:rPr lang="ja-JP" altLang="en-US" sz="2400" dirty="0"/>
              <a:t>テストケースの網羅の難しさ</a:t>
            </a:r>
            <a:endParaRPr lang="en-US" altLang="ja-JP" sz="2400" dirty="0"/>
          </a:p>
          <a:p>
            <a:pPr marL="800100" lvl="1" indent="-342900">
              <a:buFont typeface="Arial" panose="020B0604020202020204" pitchFamily="34" charset="0"/>
              <a:buChar char="•"/>
            </a:pPr>
            <a:r>
              <a:rPr lang="ja-JP" altLang="en-US" sz="2400" dirty="0"/>
              <a:t>麻雀では様々な複合系が存在し、それらすべてのテストケースを網羅できている自信がない</a:t>
            </a:r>
            <a:endParaRPr lang="en-US" altLang="ja-JP" sz="2400" dirty="0"/>
          </a:p>
          <a:p>
            <a:pPr marL="800100" lvl="1" indent="-342900">
              <a:buFont typeface="Arial" panose="020B0604020202020204" pitchFamily="34" charset="0"/>
              <a:buChar char="•"/>
            </a:pPr>
            <a:r>
              <a:rPr lang="ja-JP" altLang="en-US" sz="2400" dirty="0"/>
              <a:t>一般的なケースでテストをパスすることは確認したが、すべてを確認するためにはどうすべきかわからなかった</a:t>
            </a:r>
            <a:endParaRPr lang="en-US" altLang="ja-JP" sz="2400" dirty="0"/>
          </a:p>
        </p:txBody>
      </p:sp>
    </p:spTree>
    <p:extLst>
      <p:ext uri="{BB962C8B-B14F-4D97-AF65-F5344CB8AC3E}">
        <p14:creationId xmlns:p14="http://schemas.microsoft.com/office/powerpoint/2010/main" val="2971765674"/>
      </p:ext>
    </p:extLst>
  </p:cSld>
  <p:clrMapOvr>
    <a:masterClrMapping/>
  </p:clrMapOvr>
</p:sld>
</file>

<file path=ppt/theme/theme1.xml><?xml version="1.0" encoding="utf-8"?>
<a:theme xmlns:a="http://schemas.openxmlformats.org/drawingml/2006/main" name="Slide title 32pt bold_slide master">
  <a:themeElements>
    <a:clrScheme name="Custom ellen">
      <a:dk1>
        <a:srgbClr val="FFFFFF"/>
      </a:dk1>
      <a:lt1>
        <a:srgbClr val="FFFFFF"/>
      </a:lt1>
      <a:dk2>
        <a:srgbClr val="FFFFFF"/>
      </a:dk2>
      <a:lt2>
        <a:srgbClr val="FFFFFF"/>
      </a:lt2>
      <a:accent1>
        <a:srgbClr val="FFFFFF"/>
      </a:accent1>
      <a:accent2>
        <a:srgbClr val="7F7F7F"/>
      </a:accent2>
      <a:accent3>
        <a:srgbClr val="9BBB59"/>
      </a:accent3>
      <a:accent4>
        <a:srgbClr val="FFC000"/>
      </a:accent4>
      <a:accent5>
        <a:srgbClr val="CF1428"/>
      </a:accent5>
      <a:accent6>
        <a:srgbClr val="F79646"/>
      </a:accent6>
      <a:hlink>
        <a:srgbClr val="0000FF"/>
      </a:hlink>
      <a:folHlink>
        <a:srgbClr val="800080"/>
      </a:folHlink>
    </a:clrScheme>
    <a:fontScheme name="ユーザー定義 3">
      <a:majorFont>
        <a:latin typeface="Segoe UI"/>
        <a:ea typeface="Meiryo UI"/>
        <a:cs typeface=""/>
      </a:majorFont>
      <a:minorFont>
        <a:latin typeface="Segoe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RICOH ppt template(A4)_2010_white_j_140716.potx" id="{6178773C-567A-4DCA-939D-A5932C505643}" vid="{BFD89C6C-5EFC-4E37-9BFE-AB9057C5D1E4}"/>
    </a:ext>
  </a:extLst>
</a:theme>
</file>

<file path=ppt/theme/theme2.xml><?xml version="1.0" encoding="utf-8"?>
<a:theme xmlns:a="http://schemas.openxmlformats.org/drawingml/2006/main" name="Ricoh PPT Template - Office 2007_2010 Users">
  <a:themeElements>
    <a:clrScheme name="Ricoh darker 2017">
      <a:dk1>
        <a:srgbClr val="000000"/>
      </a:dk1>
      <a:lt1>
        <a:srgbClr val="FFFFFF"/>
      </a:lt1>
      <a:dk2>
        <a:srgbClr val="000000"/>
      </a:dk2>
      <a:lt2>
        <a:srgbClr val="FFFFFF"/>
      </a:lt2>
      <a:accent1>
        <a:srgbClr val="CF142B"/>
      </a:accent1>
      <a:accent2>
        <a:srgbClr val="717171"/>
      </a:accent2>
      <a:accent3>
        <a:srgbClr val="EB5160"/>
      </a:accent3>
      <a:accent4>
        <a:srgbClr val="EC7505"/>
      </a:accent4>
      <a:accent5>
        <a:srgbClr val="92AF04"/>
      </a:accent5>
      <a:accent6>
        <a:srgbClr val="227AB0"/>
      </a:accent6>
      <a:hlink>
        <a:srgbClr val="2D918B"/>
      </a:hlink>
      <a:folHlink>
        <a:srgbClr val="000000"/>
      </a:folHlink>
    </a:clrScheme>
    <a:fontScheme name="Custom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Ricoh Template 2017" id="{50A15628-09CC-4D5D-ACA5-A786F8BF2984}" vid="{F3A7D9CC-F1AB-4DD9-9C3D-B19563DDE143}"/>
    </a:ext>
  </a:extLst>
</a:theme>
</file>

<file path=ppt/theme/theme3.xml><?xml version="1.0" encoding="utf-8"?>
<a:theme xmlns:a="http://schemas.openxmlformats.org/drawingml/2006/main" name="1_Contents">
  <a:themeElements>
    <a:clrScheme name="Ricoh darker 2017">
      <a:dk1>
        <a:srgbClr val="000000"/>
      </a:dk1>
      <a:lt1>
        <a:srgbClr val="FFFFFF"/>
      </a:lt1>
      <a:dk2>
        <a:srgbClr val="000000"/>
      </a:dk2>
      <a:lt2>
        <a:srgbClr val="FFFFFF"/>
      </a:lt2>
      <a:accent1>
        <a:srgbClr val="CF142B"/>
      </a:accent1>
      <a:accent2>
        <a:srgbClr val="717171"/>
      </a:accent2>
      <a:accent3>
        <a:srgbClr val="EB5160"/>
      </a:accent3>
      <a:accent4>
        <a:srgbClr val="EC7505"/>
      </a:accent4>
      <a:accent5>
        <a:srgbClr val="92AF04"/>
      </a:accent5>
      <a:accent6>
        <a:srgbClr val="227AB0"/>
      </a:accent6>
      <a:hlink>
        <a:srgbClr val="2D918B"/>
      </a:hlink>
      <a:folHlink>
        <a:srgbClr val="000000"/>
      </a:folHlink>
    </a:clrScheme>
    <a:fontScheme name="Custom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Ricoh Template 2017" id="{50A15628-09CC-4D5D-ACA5-A786F8BF2984}" vid="{98E816CB-19D4-412D-9ABE-1309EA30FE9F}"/>
    </a:ext>
  </a:extLst>
</a:theme>
</file>

<file path=ppt/theme/theme4.xml><?xml version="1.0" encoding="utf-8"?>
<a:theme xmlns:a="http://schemas.openxmlformats.org/drawingml/2006/main" name="2_Contents">
  <a:themeElements>
    <a:clrScheme name="Ricoh2013">
      <a:dk1>
        <a:srgbClr val="000000"/>
      </a:dk1>
      <a:lt1>
        <a:srgbClr val="FFFFFF"/>
      </a:lt1>
      <a:dk2>
        <a:srgbClr val="000000"/>
      </a:dk2>
      <a:lt2>
        <a:srgbClr val="FFFFFF"/>
      </a:lt2>
      <a:accent1>
        <a:srgbClr val="CF142B"/>
      </a:accent1>
      <a:accent2>
        <a:srgbClr val="717171"/>
      </a:accent2>
      <a:accent3>
        <a:srgbClr val="F09192"/>
      </a:accent3>
      <a:accent4>
        <a:srgbClr val="F9C14B"/>
      </a:accent4>
      <a:accent5>
        <a:srgbClr val="B7DD42"/>
      </a:accent5>
      <a:accent6>
        <a:srgbClr val="45BDCF"/>
      </a:accent6>
      <a:hlink>
        <a:srgbClr val="71BCE9"/>
      </a:hlink>
      <a:folHlink>
        <a:srgbClr val="000000"/>
      </a:folHlink>
    </a:clrScheme>
    <a:fontScheme name="Custom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eTAC 2016 - Ricoh Widescreen Template.pot [Compatibility Mode]" id="{FAB8CFDD-7177-4D5C-BDED-181A7DE6B507}" vid="{075572A6-66FC-451B-802F-DA19DD73C4E5}"/>
    </a:ext>
  </a:extLst>
</a:theme>
</file>

<file path=ppt/theme/theme5.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12232</TotalTime>
  <Words>1048</Words>
  <Application>Microsoft Office PowerPoint</Application>
  <PresentationFormat>ワイド画面</PresentationFormat>
  <Paragraphs>119</Paragraphs>
  <Slides>16</Slides>
  <Notes>3</Notes>
  <HiddenSlides>0</HiddenSlides>
  <MMClips>0</MMClips>
  <ScaleCrop>false</ScaleCrop>
  <HeadingPairs>
    <vt:vector size="6" baseType="variant">
      <vt:variant>
        <vt:lpstr>使用されているフォント</vt:lpstr>
      </vt:variant>
      <vt:variant>
        <vt:i4>8</vt:i4>
      </vt:variant>
      <vt:variant>
        <vt:lpstr>テーマ</vt:lpstr>
      </vt:variant>
      <vt:variant>
        <vt:i4>4</vt:i4>
      </vt:variant>
      <vt:variant>
        <vt:lpstr>スライド タイトル</vt:lpstr>
      </vt:variant>
      <vt:variant>
        <vt:i4>16</vt:i4>
      </vt:variant>
    </vt:vector>
  </HeadingPairs>
  <TitlesOfParts>
    <vt:vector size="28" baseType="lpstr">
      <vt:lpstr>meiryo ui</vt:lpstr>
      <vt:lpstr>meiryo ui</vt:lpstr>
      <vt:lpstr>ＭＳ Ｐゴシック</vt:lpstr>
      <vt:lpstr>游ゴシック</vt:lpstr>
      <vt:lpstr>Arial</vt:lpstr>
      <vt:lpstr>Calibri</vt:lpstr>
      <vt:lpstr>Segoe UI</vt:lpstr>
      <vt:lpstr>Wingdings</vt:lpstr>
      <vt:lpstr>Slide title 32pt bold_slide master</vt:lpstr>
      <vt:lpstr>Ricoh PPT Template - Office 2007_2010 Users</vt:lpstr>
      <vt:lpstr>1_Contents</vt:lpstr>
      <vt:lpstr>2_Contents</vt:lpstr>
      <vt:lpstr>JS研修 成果発表</vt:lpstr>
      <vt:lpstr>PowerPoint プレゼンテーション</vt:lpstr>
      <vt:lpstr>研修の振り返り</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最終課題デモ：清一色トレーニング</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Sato Hikaru 2 (佐藤 光)</dc:creator>
  <cp:lastModifiedBy>Ando Tsubasa (安渡 翼)</cp:lastModifiedBy>
  <cp:revision>530</cp:revision>
  <dcterms:created xsi:type="dcterms:W3CDTF">2025-10-02T04:23:08Z</dcterms:created>
  <dcterms:modified xsi:type="dcterms:W3CDTF">2026-03-26T09:27:28Z</dcterms:modified>
</cp:coreProperties>
</file>